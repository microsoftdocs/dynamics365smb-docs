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4551" r:id="rId2"/>
  </p:sldMasterIdLst>
  <p:notesMasterIdLst>
    <p:notesMasterId r:id="rId6"/>
  </p:notesMasterIdLst>
  <p:sldIdLst>
    <p:sldId id="256" r:id="rId3"/>
    <p:sldId id="258" r:id="rId4"/>
    <p:sldId id="261" r:id="rId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9F6BE02-6E83-4382-964F-34FAED81A658}">
          <p14:sldIdLst>
            <p14:sldId id="256"/>
            <p14:sldId id="258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F0F2"/>
    <a:srgbClr val="30E5D0"/>
    <a:srgbClr val="00B7C3"/>
    <a:srgbClr val="008272"/>
    <a:srgbClr val="00B4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>
        <p:scale>
          <a:sx n="100" d="100"/>
          <a:sy n="100" d="100"/>
        </p:scale>
        <p:origin x="564" y="1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1F9CDD-9F43-4CBA-BF61-57BAC3551753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7941A1-3B0E-4CAD-A4AE-C5C7FF18394B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94798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E07DE-24DF-42C5-BAA1-99BA55E014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EEC632-B285-4AD0-8F6A-6B02EBEE9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8168A-985F-433B-8FE6-F52BB29DB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DB3EB-5EDD-46F7-9DF4-E700D2015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C4AE8-C1B0-44A3-A081-37103A3DE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25591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584D5-523E-4152-B857-17DFD586F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4E129-5E7B-4481-864A-CAA8E83D8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EF212-9A49-4CC2-8B29-3CCEC2994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1B242-72F2-46DF-AAE5-A9DA0145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3ED27-1802-4808-875A-7C303B7D9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5637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E082C-C20A-4BC9-A3F2-2875EA59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68CE6-C941-469C-98EA-A5BD43A2D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F5D68-E582-4D32-AA95-AF0CDDB63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010E5-9173-480B-9F1F-C5C7ACBC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A97B6-ECBE-4DB9-9002-C81D110B1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49068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A5D5C-FE49-4C6E-8207-63133B83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7856B-038F-4316-8D6D-DE4B65DCB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3770B6-252D-4159-B964-506526C53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CB469-6DD5-4F7D-9576-0356BB975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ADECE-6B35-4125-B1E2-F016D617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7BA2A8-1B76-40D7-8B28-72441EE6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42767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50DCD-5B82-4D83-82B2-8D633CBA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80799-D573-4589-B1D3-E6AD59BB0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E6B9E-9E15-4E46-BB9F-58F612AC7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34A7E2-F84B-45F7-B828-DDFF794CB6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D88C51-652C-40C0-8E14-13D134B180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2C923-328A-438D-96A3-44AE2A184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A4F1A2-4CC5-40DA-9A53-FF31F0D7A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3CF07-E2D0-44B5-A0E6-439C33C62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0606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2BDEB-9814-498F-AD5D-0173E76C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D921D-E44C-41D7-98F9-00C5BC151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70EB2-4A6F-4259-ADBE-F2CFE6622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BDD240-1CC1-4497-A3C8-0FF3AD591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29324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168F50-5E84-4744-A8FD-310F9E620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31DA80-031F-49AB-B078-86728AC90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2CCA3-911C-4D3E-BFF4-9ED195B1B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09796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C34C-EC48-4885-8D87-CCBEABBAC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DE064-6718-432B-BADC-304AD0DEF4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35ED11-5436-4970-BEED-A85E489A8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370FED-9059-45E3-B7D1-9DAFF9CCC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FD4DD2-246D-402D-B363-DACC09200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15150-7678-4C44-BE76-FFF294F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2115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CDAD5-5422-446D-BF30-C0E7C95F5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AF05C5-8114-4186-BF09-06684253A5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D2C4B-F688-4135-9DB7-7612547FF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66DFA-C1FB-477A-A4D8-77769B5B1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A228CE-9E4B-4E74-900A-D564144C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B0F753-1019-4DC8-B97D-5B9C9457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46441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0D43-795A-4C49-8A10-2A2BB2DA6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8F8E44-C9FC-44ED-A307-9FE96B4EA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4F970-4812-4138-8A65-4FB7746AF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6B3C0E-C7F8-4E60-B97C-93EF85945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8D33-B12F-424D-B5DA-6D62132F6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32726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6DB40F-964F-4B4E-B401-A6A0176E56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9B1C8D-C441-4C43-8242-B0DB6496C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3F2C6-FCC5-42D1-9DEE-286814F25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8FCE4-9FFC-4FB4-A34A-F5484678F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88949-AAD1-41A2-A79D-AAEA15EEC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973131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995" y="620428"/>
            <a:ext cx="11306469" cy="403137"/>
          </a:xfrm>
        </p:spPr>
        <p:txBody>
          <a:bodyPr wrap="square" lIns="0" tIns="0" rIns="0" bIns="0">
            <a:spAutoFit/>
          </a:bodyPr>
          <a:lstStyle>
            <a:lvl1pPr>
              <a:lnSpc>
                <a:spcPts val="3137"/>
              </a:lnSpc>
              <a:defRPr sz="2745" strike="noStrik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4" name="Footer Placeholder 14">
            <a:extLst>
              <a:ext uri="{FF2B5EF4-FFF2-40B4-BE49-F238E27FC236}">
                <a16:creationId xmlns:a16="http://schemas.microsoft.com/office/drawing/2014/main" id="{1828F2BE-04D0-4952-849E-6909AD3A60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1838" y="6450194"/>
            <a:ext cx="11586711" cy="118296"/>
          </a:xfrm>
          <a:prstGeom prst="rect">
            <a:avLst/>
          </a:prstGeom>
        </p:spPr>
        <p:txBody>
          <a:bodyPr vert="horz" lIns="91440" tIns="45720" rIns="91440" bIns="45720" numCol="2" rtlCol="0" anchor="ctr"/>
          <a:lstStyle>
            <a:lvl1pPr algn="l">
              <a:defRPr sz="6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© Microsoft Corporation                                                                                  								                      Dynamics 365 </a:t>
            </a:r>
          </a:p>
        </p:txBody>
      </p:sp>
    </p:spTree>
    <p:extLst>
      <p:ext uri="{BB962C8B-B14F-4D97-AF65-F5344CB8AC3E}">
        <p14:creationId xmlns:p14="http://schemas.microsoft.com/office/powerpoint/2010/main" val="410718743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618E3A-D2A5-4F9B-8F1C-DBEB6710E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CC492-97A2-43D5-8125-A7C6A3A2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512DB-39EE-401C-90EE-97FE735F54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D4F65-00CB-47A6-A36C-DC88716242B1}" type="datetimeFigureOut">
              <a:rPr lang="en-DK" smtClean="0"/>
              <a:t>27/11/2025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EBB37-5FEB-4D60-AC7A-772872314A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24979-D694-4D61-9473-18AFEE76D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56903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5994" y="556381"/>
            <a:ext cx="11306469" cy="813819"/>
          </a:xfrm>
          <a:prstGeom prst="rect">
            <a:avLst/>
          </a:prstGeom>
        </p:spPr>
        <p:txBody>
          <a:bodyPr vert="horz" wrap="square" lIns="0" tIns="91440" rIns="146304" bIns="91440" rtlCol="0" anchor="t">
            <a:noAutofit/>
          </a:bodyPr>
          <a:lstStyle/>
          <a:p>
            <a:r>
              <a:rPr lang="en-US" dirty="0"/>
              <a:t>Heading Segoe UI </a:t>
            </a:r>
            <a:r>
              <a:rPr lang="en-US" dirty="0" err="1"/>
              <a:t>Semibold</a:t>
            </a:r>
            <a:r>
              <a:rPr lang="en-US" dirty="0"/>
              <a:t> 28/32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55994" y="1817559"/>
            <a:ext cx="11306469" cy="2369880"/>
          </a:xfrm>
          <a:prstGeom prst="rect">
            <a:avLst/>
          </a:prstGeom>
        </p:spPr>
        <p:txBody>
          <a:bodyPr vert="horz" wrap="square" lIns="0" tIns="91440" rIns="146304" bIns="91440" rtlCol="0">
            <a:spAutoFit/>
          </a:bodyPr>
          <a:lstStyle/>
          <a:p>
            <a:pPr lvl="0"/>
            <a:r>
              <a:rPr lang="en-US" dirty="0"/>
              <a:t>H2 Segoe UI </a:t>
            </a:r>
            <a:r>
              <a:rPr lang="en-US" dirty="0" err="1"/>
              <a:t>Semibold</a:t>
            </a:r>
            <a:r>
              <a:rPr lang="en-US" dirty="0"/>
              <a:t> 20/24</a:t>
            </a:r>
          </a:p>
          <a:p>
            <a:pPr lvl="1"/>
            <a:r>
              <a:rPr lang="en-US" dirty="0"/>
              <a:t>B1 Segoe UI Regular 20/24 </a:t>
            </a:r>
          </a:p>
          <a:p>
            <a:pPr lvl="1"/>
            <a:endParaRPr lang="en-US" dirty="0"/>
          </a:p>
          <a:p>
            <a:pPr lvl="2"/>
            <a:r>
              <a:rPr lang="en-US" dirty="0"/>
              <a:t>H3 Segoe UI </a:t>
            </a:r>
            <a:r>
              <a:rPr lang="en-US" dirty="0" err="1"/>
              <a:t>Semibold</a:t>
            </a:r>
            <a:r>
              <a:rPr lang="en-US" dirty="0"/>
              <a:t> 14/18</a:t>
            </a:r>
          </a:p>
          <a:p>
            <a:pPr lvl="3"/>
            <a:r>
              <a:rPr lang="en-US" dirty="0"/>
              <a:t>B2 Segoe UI Regular 14/18</a:t>
            </a:r>
          </a:p>
          <a:p>
            <a:pPr lvl="3"/>
            <a:endParaRPr lang="en-US" dirty="0"/>
          </a:p>
          <a:p>
            <a:pPr lvl="4"/>
            <a:r>
              <a:rPr lang="en-US" dirty="0"/>
              <a:t>H4 Segoe UI Bold 10/12</a:t>
            </a:r>
          </a:p>
          <a:p>
            <a:pPr lvl="6"/>
            <a:r>
              <a:rPr lang="en-US" dirty="0"/>
              <a:t>B3 Segoe UI Regular 10/12</a:t>
            </a:r>
          </a:p>
        </p:txBody>
      </p:sp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293068" y="0"/>
            <a:ext cx="669495" cy="6858000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99A560D-F2FE-428C-A24D-30E7600CC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1838" y="6450194"/>
            <a:ext cx="11586711" cy="118296"/>
          </a:xfrm>
          <a:prstGeom prst="rect">
            <a:avLst/>
          </a:prstGeom>
        </p:spPr>
        <p:txBody>
          <a:bodyPr vert="horz" lIns="91440" tIns="45720" rIns="91440" bIns="45720" numCol="2" rtlCol="0" anchor="ctr"/>
          <a:lstStyle>
            <a:lvl1pPr algn="l">
              <a:defRPr sz="6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© Microsoft Corporation                                                                                  								                      Dynamics 365 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62" r:id="rId1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22" userDrawn="1">
          <p15:clr>
            <a:srgbClr val="C35EA4"/>
          </p15:clr>
        </p15:guide>
        <p15:guide id="32" pos="1498" userDrawn="1">
          <p15:clr>
            <a:srgbClr val="C35EA4"/>
          </p15:clr>
        </p15:guide>
        <p15:guide id="33" pos="2569" userDrawn="1">
          <p15:clr>
            <a:srgbClr val="C35EA4"/>
          </p15:clr>
        </p15:guide>
        <p15:guide id="34" pos="2711" userDrawn="1">
          <p15:clr>
            <a:srgbClr val="C35EA4"/>
          </p15:clr>
        </p15:guide>
        <p15:guide id="35" pos="3778" userDrawn="1">
          <p15:clr>
            <a:srgbClr val="C35EA4"/>
          </p15:clr>
        </p15:guide>
        <p15:guide id="36" pos="3924" userDrawn="1">
          <p15:clr>
            <a:srgbClr val="C35EA4"/>
          </p15:clr>
        </p15:guide>
        <p15:guide id="37" pos="4983" userDrawn="1">
          <p15:clr>
            <a:srgbClr val="C35EA4"/>
          </p15:clr>
        </p15:guide>
        <p15:guide id="38" pos="5127" userDrawn="1">
          <p15:clr>
            <a:srgbClr val="C35EA4"/>
          </p15:clr>
        </p15:guide>
        <p15:guide id="39" pos="6199" userDrawn="1">
          <p15:clr>
            <a:srgbClr val="C35EA4"/>
          </p15:clr>
        </p15:guide>
        <p15:guide id="40" pos="6342" userDrawn="1">
          <p15:clr>
            <a:srgbClr val="C35EA4"/>
          </p15:clr>
        </p15:guide>
        <p15:guide id="41" pos="287" userDrawn="1">
          <p15:clr>
            <a:srgbClr val="F26B43"/>
          </p15:clr>
        </p15:guide>
        <p15:guide id="42" pos="7416" userDrawn="1">
          <p15:clr>
            <a:srgbClr val="F26B43"/>
          </p15:clr>
        </p15:guide>
        <p15:guide id="43" orient="horz" pos="736" userDrawn="1">
          <p15:clr>
            <a:srgbClr val="5ACBF0"/>
          </p15:clr>
        </p15:guide>
        <p15:guide id="44" orient="horz" pos="1360" userDrawn="1">
          <p15:clr>
            <a:srgbClr val="5ACBF0"/>
          </p15:clr>
        </p15:guide>
        <p15:guide id="45" orient="horz" pos="593" userDrawn="1">
          <p15:clr>
            <a:srgbClr val="5ACBF0"/>
          </p15:clr>
        </p15:guide>
        <p15:guide id="46" orient="horz" pos="1484" userDrawn="1">
          <p15:clr>
            <a:srgbClr val="5ACBF0"/>
          </p15:clr>
        </p15:guide>
        <p15:guide id="47" orient="horz" pos="2088" userDrawn="1">
          <p15:clr>
            <a:srgbClr val="5ACBF0"/>
          </p15:clr>
        </p15:guide>
        <p15:guide id="48" orient="horz" pos="2254" userDrawn="1">
          <p15:clr>
            <a:srgbClr val="5ACBF0"/>
          </p15:clr>
        </p15:guide>
        <p15:guide id="49" orient="horz" pos="277" userDrawn="1">
          <p15:clr>
            <a:srgbClr val="F26B43"/>
          </p15:clr>
        </p15:guide>
        <p15:guide id="50" orient="horz" pos="4040" userDrawn="1">
          <p15:clr>
            <a:srgbClr val="F26B43"/>
          </p15:clr>
        </p15:guide>
        <p15:guide id="51" orient="horz" pos="2835" userDrawn="1">
          <p15:clr>
            <a:srgbClr val="5ACBF0"/>
          </p15:clr>
        </p15:guide>
        <p15:guide id="52" orient="horz" pos="2960" userDrawn="1">
          <p15:clr>
            <a:srgbClr val="5ACBF0"/>
          </p15:clr>
        </p15:guide>
        <p15:guide id="53" orient="horz" pos="3572" userDrawn="1">
          <p15:clr>
            <a:srgbClr val="5ACBF0"/>
          </p15:clr>
        </p15:guide>
        <p15:guide id="54" orient="horz" pos="3690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F05DFE82-D871-492F-ADB8-B349D311E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921476"/>
              </p:ext>
            </p:extLst>
          </p:nvPr>
        </p:nvGraphicFramePr>
        <p:xfrm>
          <a:off x="1924490" y="37947"/>
          <a:ext cx="8128000" cy="6400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2843">
                  <a:extLst>
                    <a:ext uri="{9D8B030D-6E8A-4147-A177-3AD203B41FA5}">
                      <a16:colId xmlns:a16="http://schemas.microsoft.com/office/drawing/2014/main" val="1074738017"/>
                    </a:ext>
                  </a:extLst>
                </a:gridCol>
                <a:gridCol w="6835157">
                  <a:extLst>
                    <a:ext uri="{9D8B030D-6E8A-4147-A177-3AD203B41FA5}">
                      <a16:colId xmlns:a16="http://schemas.microsoft.com/office/drawing/2014/main" val="862543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FIFO</a:t>
                      </a:r>
                      <a:b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</a:br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(First-In, First-Out)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   Beginning inventory                     </a:t>
                      </a: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Goods available for sale                        </a:t>
                      </a:r>
                      <a:r>
                        <a:rPr lang="en-GB" sz="12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Ending inventory</a:t>
                      </a:r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r>
                        <a:rPr lang="en-GB" sz="12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     Net purchases                                                                                           Cost of goods sold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383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LIFO</a:t>
                      </a:r>
                      <a:b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</a:br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(Last-In, First-Out)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    Beginning inventory                    Goods available for sale                         Ending inventory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      Net purchases                                                                                          Cost of goods sold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817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Average</a:t>
                      </a:r>
                      <a:b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</a:br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(weighted average)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    Beginning inventory                   Goods available for sale                         Ending inventory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      Net purchases                                                                                         Cost of goods sold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3649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A8EB9606-1708-49AA-AE2D-249165057957}"/>
              </a:ext>
            </a:extLst>
          </p:cNvPr>
          <p:cNvGrpSpPr/>
          <p:nvPr/>
        </p:nvGrpSpPr>
        <p:grpSpPr>
          <a:xfrm>
            <a:off x="3482305" y="3143139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32715D-E10F-487D-B163-164BD2DC1CA9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A392DB0-8FD2-430E-94FC-08BFBA5F01E3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B8DFEE-2A6E-4832-9CB4-8B872FB5EF39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73D1A62-3540-40DB-8C48-7AA07F12202A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DAF1458-2DB7-4829-8615-3E7E5353C5D7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DB4CE63-2D64-4F80-BAEE-5F6B51F7859C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937D4A2-B17D-4C35-868E-7B26CE049B73}"/>
              </a:ext>
            </a:extLst>
          </p:cNvPr>
          <p:cNvGrpSpPr/>
          <p:nvPr/>
        </p:nvGrpSpPr>
        <p:grpSpPr>
          <a:xfrm>
            <a:off x="5662317" y="1672545"/>
            <a:ext cx="1553180" cy="253092"/>
            <a:chOff x="4501079" y="767907"/>
            <a:chExt cx="1553180" cy="253092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B4014E7-ACB3-4AAB-A5FF-878BA0440DE8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10F7022-4DF3-4218-842A-1BC215975CBC}"/>
                </a:ext>
              </a:extLst>
            </p:cNvPr>
            <p:cNvSpPr/>
            <p:nvPr/>
          </p:nvSpPr>
          <p:spPr>
            <a:xfrm>
              <a:off x="4899063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AC61C5-F7B3-4FBF-A204-45089DC8B864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940C767-695B-46AF-ACBD-BB5D0518B21C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6" name="Plus Sign 35">
            <a:extLst>
              <a:ext uri="{FF2B5EF4-FFF2-40B4-BE49-F238E27FC236}">
                <a16:creationId xmlns:a16="http://schemas.microsoft.com/office/drawing/2014/main" id="{537B81E2-F444-4A38-B5B0-BD92025B33E7}"/>
              </a:ext>
            </a:extLst>
          </p:cNvPr>
          <p:cNvSpPr/>
          <p:nvPr/>
        </p:nvSpPr>
        <p:spPr>
          <a:xfrm>
            <a:off x="3942737" y="801906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521F2984-65BB-4555-AD82-4ED96216E058}"/>
              </a:ext>
            </a:extLst>
          </p:cNvPr>
          <p:cNvGrpSpPr/>
          <p:nvPr/>
        </p:nvGrpSpPr>
        <p:grpSpPr>
          <a:xfrm>
            <a:off x="5112328" y="283523"/>
            <a:ext cx="300699" cy="1794164"/>
            <a:chOff x="5112328" y="283523"/>
            <a:chExt cx="300699" cy="1794164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71D99A8-673B-4834-9323-F78CD48EFACA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Arrow: Right 39">
              <a:extLst>
                <a:ext uri="{FF2B5EF4-FFF2-40B4-BE49-F238E27FC236}">
                  <a16:creationId xmlns:a16="http://schemas.microsoft.com/office/drawing/2014/main" id="{F39BDE78-5F1C-499D-9073-507E7CC184E3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48F085C-5890-4294-AECF-881D070A524B}"/>
              </a:ext>
            </a:extLst>
          </p:cNvPr>
          <p:cNvGrpSpPr/>
          <p:nvPr/>
        </p:nvGrpSpPr>
        <p:grpSpPr>
          <a:xfrm>
            <a:off x="3302552" y="490142"/>
            <a:ext cx="1553180" cy="253092"/>
            <a:chOff x="4501079" y="767907"/>
            <a:chExt cx="1553180" cy="253092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49AD1DB-B12C-439A-96A4-FDB27A7DB680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5DBD761-7A41-4E3D-AAED-0F2714630E26}"/>
                </a:ext>
              </a:extLst>
            </p:cNvPr>
            <p:cNvSpPr/>
            <p:nvPr/>
          </p:nvSpPr>
          <p:spPr>
            <a:xfrm>
              <a:off x="4899063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0F325E7-7349-48E5-BAE1-FCE03F52BCB3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04098ED-0CB2-4F2D-8FF0-08D4EE286F2F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DDC2690-ED57-49D4-A461-4C2F30895B5E}"/>
              </a:ext>
            </a:extLst>
          </p:cNvPr>
          <p:cNvGrpSpPr/>
          <p:nvPr/>
        </p:nvGrpSpPr>
        <p:grpSpPr>
          <a:xfrm>
            <a:off x="5838571" y="760069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F11E54-AE6A-47BB-A1AC-47292353F554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55360F4-FE9C-409E-86E7-83213A11375D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527ACC2-BD38-45CC-B3B8-543FAEBDC537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6A402-6B0C-4DD8-84EA-8242B4F95C9C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C8DCBF0-B440-4875-80AC-5BA3900FA129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516D7F7-2054-4A5A-AEBC-20FCA1661391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01CE0AA-E405-45D8-98E9-D6DEC7C52C4B}"/>
              </a:ext>
            </a:extLst>
          </p:cNvPr>
          <p:cNvGrpSpPr/>
          <p:nvPr/>
        </p:nvGrpSpPr>
        <p:grpSpPr>
          <a:xfrm>
            <a:off x="8463024" y="464421"/>
            <a:ext cx="756555" cy="547082"/>
            <a:chOff x="8536436" y="1345907"/>
            <a:chExt cx="756555" cy="54708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A4F4E61-61A3-46E2-9927-EA9278019077}"/>
                </a:ext>
              </a:extLst>
            </p:cNvPr>
            <p:cNvSpPr/>
            <p:nvPr/>
          </p:nvSpPr>
          <p:spPr>
            <a:xfrm>
              <a:off x="8739183" y="1345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C336EC3-04AC-4A51-B75A-C613A001FEE7}"/>
                </a:ext>
              </a:extLst>
            </p:cNvPr>
            <p:cNvSpPr/>
            <p:nvPr/>
          </p:nvSpPr>
          <p:spPr>
            <a:xfrm>
              <a:off x="8536436" y="163989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225FC4DA-4F60-45D8-9CE9-2BA5B19D9598}"/>
                </a:ext>
              </a:extLst>
            </p:cNvPr>
            <p:cNvSpPr/>
            <p:nvPr/>
          </p:nvSpPr>
          <p:spPr>
            <a:xfrm>
              <a:off x="8933763" y="163989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C82C2D47-8FF1-4EB0-8728-B411F3680948}"/>
              </a:ext>
            </a:extLst>
          </p:cNvPr>
          <p:cNvGrpSpPr/>
          <p:nvPr/>
        </p:nvGrpSpPr>
        <p:grpSpPr>
          <a:xfrm>
            <a:off x="8289901" y="1331214"/>
            <a:ext cx="1138917" cy="253092"/>
            <a:chOff x="8289901" y="1331214"/>
            <a:chExt cx="1138917" cy="25309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E6551EA-16E5-43F6-8B65-E65986DB9ECD}"/>
                </a:ext>
              </a:extLst>
            </p:cNvPr>
            <p:cNvSpPr/>
            <p:nvPr/>
          </p:nvSpPr>
          <p:spPr>
            <a:xfrm>
              <a:off x="8289901" y="1331214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A63D1B2A-47BD-4AC7-AFBF-2CEC7E062159}"/>
                </a:ext>
              </a:extLst>
            </p:cNvPr>
            <p:cNvSpPr/>
            <p:nvPr/>
          </p:nvSpPr>
          <p:spPr>
            <a:xfrm>
              <a:off x="9069590" y="1331214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91791789-9E7C-4A9F-A36D-C4EC2CC2435B}"/>
                </a:ext>
              </a:extLst>
            </p:cNvPr>
            <p:cNvSpPr/>
            <p:nvPr/>
          </p:nvSpPr>
          <p:spPr>
            <a:xfrm>
              <a:off x="8679745" y="1331214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08A8183-B7A8-4B99-933D-7D3D82F709F3}"/>
              </a:ext>
            </a:extLst>
          </p:cNvPr>
          <p:cNvSpPr/>
          <p:nvPr/>
        </p:nvSpPr>
        <p:spPr>
          <a:xfrm>
            <a:off x="8048135" y="3666919"/>
            <a:ext cx="359228" cy="253092"/>
          </a:xfrm>
          <a:prstGeom prst="rect">
            <a:avLst/>
          </a:prstGeom>
          <a:pattFill prst="wdDnDiag">
            <a:fgClr>
              <a:srgbClr val="30E5D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66A35EC-029B-4BF4-9862-894FBF59891E}"/>
              </a:ext>
            </a:extLst>
          </p:cNvPr>
          <p:cNvSpPr/>
          <p:nvPr/>
        </p:nvSpPr>
        <p:spPr>
          <a:xfrm>
            <a:off x="8446119" y="3668957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E925D1F-8A71-4914-BCDD-8395E655CFF7}"/>
              </a:ext>
            </a:extLst>
          </p:cNvPr>
          <p:cNvSpPr/>
          <p:nvPr/>
        </p:nvSpPr>
        <p:spPr>
          <a:xfrm>
            <a:off x="8844103" y="366691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6904AD83-899E-4050-99E7-11E52A04FC81}"/>
              </a:ext>
            </a:extLst>
          </p:cNvPr>
          <p:cNvSpPr/>
          <p:nvPr/>
        </p:nvSpPr>
        <p:spPr>
          <a:xfrm>
            <a:off x="9242087" y="366691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1F0F1D4-D4A6-4192-A31A-24E55D0B4F75}"/>
              </a:ext>
            </a:extLst>
          </p:cNvPr>
          <p:cNvSpPr/>
          <p:nvPr/>
        </p:nvSpPr>
        <p:spPr>
          <a:xfrm>
            <a:off x="8224389" y="3342423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B063B7F-2639-4E7A-8B60-9548180B49E9}"/>
              </a:ext>
            </a:extLst>
          </p:cNvPr>
          <p:cNvGrpSpPr/>
          <p:nvPr/>
        </p:nvGrpSpPr>
        <p:grpSpPr>
          <a:xfrm>
            <a:off x="8397512" y="2475630"/>
            <a:ext cx="756555" cy="547082"/>
            <a:chOff x="8536436" y="1345907"/>
            <a:chExt cx="756555" cy="547082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24A2336D-5E28-4978-AA4C-1E6B2137806A}"/>
                </a:ext>
              </a:extLst>
            </p:cNvPr>
            <p:cNvSpPr/>
            <p:nvPr/>
          </p:nvSpPr>
          <p:spPr>
            <a:xfrm>
              <a:off x="8739183" y="1345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9501D2B2-22FB-4D4C-8D41-ACE00EF8EDD5}"/>
                </a:ext>
              </a:extLst>
            </p:cNvPr>
            <p:cNvSpPr/>
            <p:nvPr/>
          </p:nvSpPr>
          <p:spPr>
            <a:xfrm>
              <a:off x="8536436" y="163989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0C7FB622-5786-493B-BBB6-DF6402D89BCE}"/>
                </a:ext>
              </a:extLst>
            </p:cNvPr>
            <p:cNvSpPr/>
            <p:nvPr/>
          </p:nvSpPr>
          <p:spPr>
            <a:xfrm>
              <a:off x="8933763" y="163989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1" name="Rectangle 120">
            <a:extLst>
              <a:ext uri="{FF2B5EF4-FFF2-40B4-BE49-F238E27FC236}">
                <a16:creationId xmlns:a16="http://schemas.microsoft.com/office/drawing/2014/main" id="{3D0B25B0-2542-4A94-AFE0-C0E9C2E9E389}"/>
              </a:ext>
            </a:extLst>
          </p:cNvPr>
          <p:cNvSpPr/>
          <p:nvPr/>
        </p:nvSpPr>
        <p:spPr>
          <a:xfrm>
            <a:off x="9004078" y="3342423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3969DC2-87AC-46C6-886D-C570316BFDCA}"/>
              </a:ext>
            </a:extLst>
          </p:cNvPr>
          <p:cNvSpPr/>
          <p:nvPr/>
        </p:nvSpPr>
        <p:spPr>
          <a:xfrm>
            <a:off x="8614233" y="3342423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2EF93141-CFB4-409A-B6AC-4557C4EC60E3}"/>
              </a:ext>
            </a:extLst>
          </p:cNvPr>
          <p:cNvGrpSpPr/>
          <p:nvPr/>
        </p:nvGrpSpPr>
        <p:grpSpPr>
          <a:xfrm>
            <a:off x="5577690" y="4870035"/>
            <a:ext cx="1553180" cy="1167606"/>
            <a:chOff x="5679659" y="5561716"/>
            <a:chExt cx="1553180" cy="1167606"/>
          </a:xfrm>
          <a:pattFill prst="lgCheck">
            <a:fgClr>
              <a:srgbClr val="30E5D0"/>
            </a:fgClr>
            <a:bgClr>
              <a:schemeClr val="tx1"/>
            </a:bgClr>
          </a:pattFill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4B3D1796-6467-49DF-98A5-0903F27A66F6}"/>
                </a:ext>
              </a:extLst>
            </p:cNvPr>
            <p:cNvGrpSpPr/>
            <p:nvPr/>
          </p:nvGrpSpPr>
          <p:grpSpPr>
            <a:xfrm>
              <a:off x="5679659" y="6474192"/>
              <a:ext cx="1553180" cy="255130"/>
              <a:chOff x="4501079" y="767907"/>
              <a:chExt cx="1553180" cy="255130"/>
            </a:xfrm>
            <a:grpFill/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B086D9C6-99C7-43B0-9C75-19E252EBC8A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9186E86-573C-4FC9-95CE-E652AD61CF1F}"/>
                  </a:ext>
                </a:extLst>
              </p:cNvPr>
              <p:cNvSpPr/>
              <p:nvPr/>
            </p:nvSpPr>
            <p:spPr>
              <a:xfrm>
                <a:off x="4899063" y="769945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C875D21E-559C-4F67-8CF1-F6F2669BB67A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DD8E2DA0-7279-4591-B6E5-F7A3DE50AEAF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4034B947-B501-4948-B4A7-F99C7471049E}"/>
                </a:ext>
              </a:extLst>
            </p:cNvPr>
            <p:cNvGrpSpPr/>
            <p:nvPr/>
          </p:nvGrpSpPr>
          <p:grpSpPr>
            <a:xfrm>
              <a:off x="5855913" y="5561716"/>
              <a:ext cx="1138917" cy="841072"/>
              <a:chOff x="5526542" y="1658230"/>
              <a:chExt cx="1138917" cy="841072"/>
            </a:xfrm>
            <a:grpFill/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A067954D-0B78-498D-BDD6-AEB37E7B0268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879F8DD9-8188-4E2D-A67C-AC7DBFDE540B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D2802338-1B1C-4AA0-A128-1EBCAC6A513B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0175C553-214E-43F4-B6CC-4AAC37FF6B1B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88D938FF-862D-4965-A083-452C425FF415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46A2902F-7114-4F31-8F64-71DA0B4A0C9B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942238C-DD84-4A1C-8FD5-9CC7FC7C5E53}"/>
              </a:ext>
            </a:extLst>
          </p:cNvPr>
          <p:cNvGrpSpPr/>
          <p:nvPr/>
        </p:nvGrpSpPr>
        <p:grpSpPr>
          <a:xfrm>
            <a:off x="7983007" y="5773960"/>
            <a:ext cx="1553180" cy="253092"/>
            <a:chOff x="8073061" y="6376633"/>
            <a:chExt cx="1553180" cy="253092"/>
          </a:xfrm>
          <a:pattFill prst="lgCheck">
            <a:fgClr>
              <a:srgbClr val="30E5D0"/>
            </a:fgClr>
            <a:bgClr>
              <a:schemeClr val="tx1"/>
            </a:bgClr>
          </a:pattFill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DC1D2F33-5C6C-4E1D-BF06-7CF114C16848}"/>
                </a:ext>
              </a:extLst>
            </p:cNvPr>
            <p:cNvSpPr/>
            <p:nvPr/>
          </p:nvSpPr>
          <p:spPr>
            <a:xfrm>
              <a:off x="8073061" y="6376633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C70E8DD4-B59A-4005-9BE3-47EAB18E4634}"/>
                </a:ext>
              </a:extLst>
            </p:cNvPr>
            <p:cNvSpPr/>
            <p:nvPr/>
          </p:nvSpPr>
          <p:spPr>
            <a:xfrm>
              <a:off x="8471045" y="6376633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B9CC50E2-A13C-4AD2-9586-98CE3F9D14E4}"/>
                </a:ext>
              </a:extLst>
            </p:cNvPr>
            <p:cNvSpPr/>
            <p:nvPr/>
          </p:nvSpPr>
          <p:spPr>
            <a:xfrm>
              <a:off x="8869029" y="6376633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D05ABAB0-C3EB-49A4-B4CF-A4943B2655B1}"/>
                </a:ext>
              </a:extLst>
            </p:cNvPr>
            <p:cNvSpPr/>
            <p:nvPr/>
          </p:nvSpPr>
          <p:spPr>
            <a:xfrm>
              <a:off x="9267013" y="6376633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155FD77-43B2-4C37-AC85-6F8326F88215}"/>
              </a:ext>
            </a:extLst>
          </p:cNvPr>
          <p:cNvGrpSpPr/>
          <p:nvPr/>
        </p:nvGrpSpPr>
        <p:grpSpPr>
          <a:xfrm>
            <a:off x="8332384" y="4582671"/>
            <a:ext cx="756555" cy="547082"/>
            <a:chOff x="8536436" y="1345907"/>
            <a:chExt cx="756555" cy="547082"/>
          </a:xfrm>
          <a:pattFill prst="lgCheck">
            <a:fgClr>
              <a:srgbClr val="30E5D0"/>
            </a:fgClr>
            <a:bgClr>
              <a:schemeClr val="tx1"/>
            </a:bgClr>
          </a:pattFill>
        </p:grpSpPr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DC413E92-4D73-4366-A27C-5047DA1C7D5F}"/>
                </a:ext>
              </a:extLst>
            </p:cNvPr>
            <p:cNvSpPr/>
            <p:nvPr/>
          </p:nvSpPr>
          <p:spPr>
            <a:xfrm>
              <a:off x="8739183" y="1345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3B36ED90-9CF1-429F-A992-4E1C2737486F}"/>
                </a:ext>
              </a:extLst>
            </p:cNvPr>
            <p:cNvSpPr/>
            <p:nvPr/>
          </p:nvSpPr>
          <p:spPr>
            <a:xfrm>
              <a:off x="8536436" y="163989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78569E7-2860-4403-8085-F0EBACB4D88C}"/>
                </a:ext>
              </a:extLst>
            </p:cNvPr>
            <p:cNvSpPr/>
            <p:nvPr/>
          </p:nvSpPr>
          <p:spPr>
            <a:xfrm>
              <a:off x="8933763" y="163989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A6E2F43-4DCD-402F-9B5A-57E7C420C013}"/>
              </a:ext>
            </a:extLst>
          </p:cNvPr>
          <p:cNvGrpSpPr/>
          <p:nvPr/>
        </p:nvGrpSpPr>
        <p:grpSpPr>
          <a:xfrm>
            <a:off x="8159261" y="5449464"/>
            <a:ext cx="1138917" cy="253092"/>
            <a:chOff x="8249315" y="6052137"/>
            <a:chExt cx="1138917" cy="253092"/>
          </a:xfrm>
          <a:pattFill prst="lgCheck">
            <a:fgClr>
              <a:srgbClr val="30E5D0"/>
            </a:fgClr>
            <a:bgClr>
              <a:schemeClr val="tx1"/>
            </a:bgClr>
          </a:pattFill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3747BA7F-7005-4446-89C6-4B9F81B1E5E6}"/>
                </a:ext>
              </a:extLst>
            </p:cNvPr>
            <p:cNvSpPr/>
            <p:nvPr/>
          </p:nvSpPr>
          <p:spPr>
            <a:xfrm>
              <a:off x="8249315" y="605213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DC4DD60-2766-4C3E-A367-CC821E8B769D}"/>
                </a:ext>
              </a:extLst>
            </p:cNvPr>
            <p:cNvSpPr/>
            <p:nvPr/>
          </p:nvSpPr>
          <p:spPr>
            <a:xfrm>
              <a:off x="9029004" y="605213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262FF0C-5043-48BC-8C45-8E44A9F0BDFE}"/>
                </a:ext>
              </a:extLst>
            </p:cNvPr>
            <p:cNvSpPr/>
            <p:nvPr/>
          </p:nvSpPr>
          <p:spPr>
            <a:xfrm>
              <a:off x="8639159" y="605213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21DBB0D4-D92C-4D94-B49F-4540038822E1}"/>
              </a:ext>
            </a:extLst>
          </p:cNvPr>
          <p:cNvGrpSpPr/>
          <p:nvPr/>
        </p:nvGrpSpPr>
        <p:grpSpPr>
          <a:xfrm>
            <a:off x="7660918" y="272903"/>
            <a:ext cx="300699" cy="1794164"/>
            <a:chOff x="5112328" y="283523"/>
            <a:chExt cx="300699" cy="1794164"/>
          </a:xfrm>
        </p:grpSpPr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AF960E85-305B-4C91-8B44-AA1CF322C7A0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Arrow: Right 212">
              <a:extLst>
                <a:ext uri="{FF2B5EF4-FFF2-40B4-BE49-F238E27FC236}">
                  <a16:creationId xmlns:a16="http://schemas.microsoft.com/office/drawing/2014/main" id="{A6B7ED9E-6B96-4A20-A323-29C881702C85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15" name="Plus Sign 214">
            <a:extLst>
              <a:ext uri="{FF2B5EF4-FFF2-40B4-BE49-F238E27FC236}">
                <a16:creationId xmlns:a16="http://schemas.microsoft.com/office/drawing/2014/main" id="{4A2B887B-6717-464F-A0EF-E162D7050D08}"/>
              </a:ext>
            </a:extLst>
          </p:cNvPr>
          <p:cNvSpPr/>
          <p:nvPr/>
        </p:nvSpPr>
        <p:spPr>
          <a:xfrm>
            <a:off x="8706638" y="1078038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79BFF61-72D3-4431-9485-4FDB69FBB07F}"/>
              </a:ext>
            </a:extLst>
          </p:cNvPr>
          <p:cNvGrpSpPr/>
          <p:nvPr/>
        </p:nvGrpSpPr>
        <p:grpSpPr>
          <a:xfrm>
            <a:off x="3532049" y="1054059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56C01427-3513-498D-8BC7-3FB27E217D69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8F34A12F-1149-413C-832E-AC3EA3593AFF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29464AEC-F9D6-41A1-B014-DD794FE848EA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05734F9-1DBA-4564-8783-2C44DD1E5D45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EED69ECB-14A7-4B73-A771-606F16CD5647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2B8C6457-756E-4914-BD5B-C979B2BD296F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3EC30583-9300-4296-A518-BE21F007D014}"/>
              </a:ext>
            </a:extLst>
          </p:cNvPr>
          <p:cNvGrpSpPr/>
          <p:nvPr/>
        </p:nvGrpSpPr>
        <p:grpSpPr>
          <a:xfrm>
            <a:off x="3480020" y="5353424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F3B0E4F9-5138-4A13-ABEF-916F57F0498E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602CD16-60A8-4680-980D-F0EE8A34A852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1D4BFFE2-E2E3-4D1D-970C-885701017B1B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BB32439E-AAB5-485F-8949-644AF59FC4D1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F6BA2CDC-1DE5-4C52-A452-A9D474EBDA70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FD665FE1-6758-47D3-8D3A-8DF1AB6AF8FD}"/>
                </a:ext>
              </a:extLst>
            </p:cNvPr>
            <p:cNvSpPr/>
            <p:nvPr/>
          </p:nvSpPr>
          <p:spPr>
            <a:xfrm>
              <a:off x="5916387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2" name="Plus Sign 231">
            <a:extLst>
              <a:ext uri="{FF2B5EF4-FFF2-40B4-BE49-F238E27FC236}">
                <a16:creationId xmlns:a16="http://schemas.microsoft.com/office/drawing/2014/main" id="{AC3C9669-3FF9-4DEB-9C64-698A6911D1EF}"/>
              </a:ext>
            </a:extLst>
          </p:cNvPr>
          <p:cNvSpPr/>
          <p:nvPr/>
        </p:nvSpPr>
        <p:spPr>
          <a:xfrm>
            <a:off x="3896585" y="5046225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4" name="Plus Sign 233">
            <a:extLst>
              <a:ext uri="{FF2B5EF4-FFF2-40B4-BE49-F238E27FC236}">
                <a16:creationId xmlns:a16="http://schemas.microsoft.com/office/drawing/2014/main" id="{90D09EE6-99BB-4538-A347-57B5B9A2FE1B}"/>
              </a:ext>
            </a:extLst>
          </p:cNvPr>
          <p:cNvSpPr/>
          <p:nvPr/>
        </p:nvSpPr>
        <p:spPr>
          <a:xfrm>
            <a:off x="3904745" y="2859845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E9E0FD7-0FF9-4C3E-91C1-EB4A90965B64}"/>
              </a:ext>
            </a:extLst>
          </p:cNvPr>
          <p:cNvGrpSpPr/>
          <p:nvPr/>
        </p:nvGrpSpPr>
        <p:grpSpPr>
          <a:xfrm>
            <a:off x="3307500" y="2547273"/>
            <a:ext cx="1553180" cy="255130"/>
            <a:chOff x="4501079" y="767907"/>
            <a:chExt cx="1553180" cy="255130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1BC7E667-E0E7-464E-BFE5-C0C90A0A9114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464BBC60-AC56-4CA0-8916-D6F2736411A2}"/>
                </a:ext>
              </a:extLst>
            </p:cNvPr>
            <p:cNvSpPr/>
            <p:nvPr/>
          </p:nvSpPr>
          <p:spPr>
            <a:xfrm>
              <a:off x="4899063" y="769945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147D013D-3DE5-4DE4-B669-A9996A9EDCC1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4DCE0259-F4D9-43A0-8ACF-F18D5958791B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6F1D2BC1-99D2-4B41-8D9A-6EC016037088}"/>
              </a:ext>
            </a:extLst>
          </p:cNvPr>
          <p:cNvGrpSpPr/>
          <p:nvPr/>
        </p:nvGrpSpPr>
        <p:grpSpPr>
          <a:xfrm>
            <a:off x="8107150" y="1658743"/>
            <a:ext cx="1553180" cy="253092"/>
            <a:chOff x="4501079" y="767907"/>
            <a:chExt cx="1553180" cy="253092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D7D121D-C3FF-4DF2-A09C-F41E4B7925F5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956E1041-8A4D-486D-87A0-0901175B1B87}"/>
                </a:ext>
              </a:extLst>
            </p:cNvPr>
            <p:cNvSpPr/>
            <p:nvPr/>
          </p:nvSpPr>
          <p:spPr>
            <a:xfrm>
              <a:off x="4899063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CFE14251-D084-4D6E-B333-09FD5B2AB1C5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C3EBB72E-BE46-4AEF-8B13-7E30E76904DD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C5B909D4-59C9-4143-B043-84F211290AB5}"/>
              </a:ext>
            </a:extLst>
          </p:cNvPr>
          <p:cNvGrpSpPr/>
          <p:nvPr/>
        </p:nvGrpSpPr>
        <p:grpSpPr>
          <a:xfrm>
            <a:off x="3302520" y="4674409"/>
            <a:ext cx="1553180" cy="255130"/>
            <a:chOff x="4501079" y="767907"/>
            <a:chExt cx="1553180" cy="255130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8B67E852-7D96-4BFA-BC98-DF8746905ECE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035F62FC-4C6F-4CD8-AE4B-EDA5C2A178DA}"/>
                </a:ext>
              </a:extLst>
            </p:cNvPr>
            <p:cNvSpPr/>
            <p:nvPr/>
          </p:nvSpPr>
          <p:spPr>
            <a:xfrm>
              <a:off x="4899063" y="769945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8294EDD5-65DF-41D5-AD88-ED0F76BABEF8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7F11967-A80E-468B-A09E-51EFFF180626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769FE7BC-CF1A-480E-9722-DC320C9007E0}"/>
              </a:ext>
            </a:extLst>
          </p:cNvPr>
          <p:cNvGrpSpPr/>
          <p:nvPr/>
        </p:nvGrpSpPr>
        <p:grpSpPr>
          <a:xfrm>
            <a:off x="5618414" y="3799497"/>
            <a:ext cx="1553180" cy="253092"/>
            <a:chOff x="4501079" y="767907"/>
            <a:chExt cx="1553180" cy="253092"/>
          </a:xfrm>
          <a:pattFill prst="wdDnDiag">
            <a:fgClr>
              <a:srgbClr val="30E5D0"/>
            </a:fgClr>
            <a:bgClr>
              <a:schemeClr val="bg1"/>
            </a:bgClr>
          </a:pattFill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99477329-D532-4521-8B7D-94DCE246BA12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9C402215-1DAB-42B1-94D6-11FC929A1D9D}"/>
                </a:ext>
              </a:extLst>
            </p:cNvPr>
            <p:cNvSpPr/>
            <p:nvPr/>
          </p:nvSpPr>
          <p:spPr>
            <a:xfrm>
              <a:off x="4899063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F908F200-1117-4861-B7DD-46994CED293D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783AAF8A-FCA9-4CC0-97BD-4F3E6EC005C8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2451F1C1-E08F-4B61-B5D7-98872E8A9127}"/>
              </a:ext>
            </a:extLst>
          </p:cNvPr>
          <p:cNvGrpSpPr/>
          <p:nvPr/>
        </p:nvGrpSpPr>
        <p:grpSpPr>
          <a:xfrm>
            <a:off x="5784020" y="2862580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26C481C2-B577-4D98-81BA-D6B08E05089D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FCB95CC6-B0D8-4BC7-B666-341C9C4673E6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87B3EFD3-DBC7-49F2-8E72-EAD0D8472D8A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24DBD4FA-A21A-4D9E-BB12-544D2AAA7D71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81C2D543-5DD2-4C99-9D38-0DD56844102A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047FD4E3-DD70-4E8E-BBD9-F6A3F38A2450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2B4BE207-5376-483F-BBF0-B29B74C84B08}"/>
              </a:ext>
            </a:extLst>
          </p:cNvPr>
          <p:cNvGrpSpPr/>
          <p:nvPr/>
        </p:nvGrpSpPr>
        <p:grpSpPr>
          <a:xfrm>
            <a:off x="5125505" y="2341265"/>
            <a:ext cx="300699" cy="1794164"/>
            <a:chOff x="5112328" y="283523"/>
            <a:chExt cx="300699" cy="1794164"/>
          </a:xfrm>
        </p:grpSpPr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35FAEDAB-1705-414F-999F-ACEB451407B9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4" name="Arrow: Right 263">
              <a:extLst>
                <a:ext uri="{FF2B5EF4-FFF2-40B4-BE49-F238E27FC236}">
                  <a16:creationId xmlns:a16="http://schemas.microsoft.com/office/drawing/2014/main" id="{95196CB1-270C-49F8-B6D1-B7252E28EBF5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5FEB65F6-9AC0-4F29-91B5-92C65678B7F9}"/>
              </a:ext>
            </a:extLst>
          </p:cNvPr>
          <p:cNvGrpSpPr/>
          <p:nvPr/>
        </p:nvGrpSpPr>
        <p:grpSpPr>
          <a:xfrm>
            <a:off x="5120791" y="4456342"/>
            <a:ext cx="300699" cy="1794164"/>
            <a:chOff x="5112328" y="283523"/>
            <a:chExt cx="300699" cy="1794164"/>
          </a:xfrm>
        </p:grpSpPr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51A4AA8-1141-4781-9A8D-94E88E2D4400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7" name="Arrow: Right 266">
              <a:extLst>
                <a:ext uri="{FF2B5EF4-FFF2-40B4-BE49-F238E27FC236}">
                  <a16:creationId xmlns:a16="http://schemas.microsoft.com/office/drawing/2014/main" id="{0B43B964-ED9B-4C43-985C-AE77CC9770B5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1E6366C5-1DEF-47F7-AA4C-DD6BDD634B20}"/>
              </a:ext>
            </a:extLst>
          </p:cNvPr>
          <p:cNvGrpSpPr/>
          <p:nvPr/>
        </p:nvGrpSpPr>
        <p:grpSpPr>
          <a:xfrm>
            <a:off x="7649128" y="2367366"/>
            <a:ext cx="300699" cy="1794164"/>
            <a:chOff x="5112328" y="283523"/>
            <a:chExt cx="300699" cy="1794164"/>
          </a:xfrm>
        </p:grpSpPr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6D660982-5676-4F7D-96A6-6FBBB8ED6827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0" name="Arrow: Right 269">
              <a:extLst>
                <a:ext uri="{FF2B5EF4-FFF2-40B4-BE49-F238E27FC236}">
                  <a16:creationId xmlns:a16="http://schemas.microsoft.com/office/drawing/2014/main" id="{51757278-1383-4016-AABA-0670945A7C43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EBDB774A-46F9-49E0-92BD-3B4CBA21B49A}"/>
              </a:ext>
            </a:extLst>
          </p:cNvPr>
          <p:cNvGrpSpPr/>
          <p:nvPr/>
        </p:nvGrpSpPr>
        <p:grpSpPr>
          <a:xfrm>
            <a:off x="7656225" y="4520035"/>
            <a:ext cx="300699" cy="1794164"/>
            <a:chOff x="5112328" y="283523"/>
            <a:chExt cx="300699" cy="1794164"/>
          </a:xfrm>
        </p:grpSpPr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3C20705-303E-473E-90C7-2FE69BA0EC7E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Arrow: Right 272">
              <a:extLst>
                <a:ext uri="{FF2B5EF4-FFF2-40B4-BE49-F238E27FC236}">
                  <a16:creationId xmlns:a16="http://schemas.microsoft.com/office/drawing/2014/main" id="{96DE2817-5CCA-4041-B7A3-F51F4AF90325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75" name="Plus Sign 274">
            <a:extLst>
              <a:ext uri="{FF2B5EF4-FFF2-40B4-BE49-F238E27FC236}">
                <a16:creationId xmlns:a16="http://schemas.microsoft.com/office/drawing/2014/main" id="{44B36C20-8C93-4F93-BE05-935E90DB1713}"/>
              </a:ext>
            </a:extLst>
          </p:cNvPr>
          <p:cNvSpPr/>
          <p:nvPr/>
        </p:nvSpPr>
        <p:spPr>
          <a:xfrm>
            <a:off x="8580542" y="5143280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7" name="Plus Sign 276">
            <a:extLst>
              <a:ext uri="{FF2B5EF4-FFF2-40B4-BE49-F238E27FC236}">
                <a16:creationId xmlns:a16="http://schemas.microsoft.com/office/drawing/2014/main" id="{8F4225B9-6D5A-45E1-A703-25AA582162B2}"/>
              </a:ext>
            </a:extLst>
          </p:cNvPr>
          <p:cNvSpPr/>
          <p:nvPr/>
        </p:nvSpPr>
        <p:spPr>
          <a:xfrm>
            <a:off x="8652879" y="3095445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427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F05DFE82-D871-492F-ADB8-B349D311E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186099"/>
              </p:ext>
            </p:extLst>
          </p:nvPr>
        </p:nvGraphicFramePr>
        <p:xfrm>
          <a:off x="1924490" y="37947"/>
          <a:ext cx="8128000" cy="426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9777">
                  <a:extLst>
                    <a:ext uri="{9D8B030D-6E8A-4147-A177-3AD203B41FA5}">
                      <a16:colId xmlns:a16="http://schemas.microsoft.com/office/drawing/2014/main" val="1074738017"/>
                    </a:ext>
                  </a:extLst>
                </a:gridCol>
                <a:gridCol w="6818223">
                  <a:extLst>
                    <a:ext uri="{9D8B030D-6E8A-4147-A177-3AD203B41FA5}">
                      <a16:colId xmlns:a16="http://schemas.microsoft.com/office/drawing/2014/main" val="862543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Specific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   Beginning inventory                     </a:t>
                      </a: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Goods available for sale                        </a:t>
                      </a:r>
                      <a:r>
                        <a:rPr lang="en-GB" sz="12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Ending inventory</a:t>
                      </a:r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endParaRPr lang="en-GB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r>
                        <a:rPr lang="en-GB" sz="12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     Net purchases                                                                                           Cost of goods sold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9383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Standard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    Beginning inventory                    Goods available for sale                         Ending inventory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      Net purchases                                                                                          Cost of goods sold</a:t>
                      </a:r>
                      <a:endParaRPr lang="en-DK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2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817732"/>
                  </a:ext>
                </a:extLst>
              </a:tr>
            </a:tbl>
          </a:graphicData>
        </a:graphic>
      </p:graphicFrame>
      <p:sp>
        <p:nvSpPr>
          <p:cNvPr id="25" name="Rectangle 24">
            <a:extLst>
              <a:ext uri="{FF2B5EF4-FFF2-40B4-BE49-F238E27FC236}">
                <a16:creationId xmlns:a16="http://schemas.microsoft.com/office/drawing/2014/main" id="{3832715D-E10F-487D-B163-164BD2DC1CA9}"/>
              </a:ext>
            </a:extLst>
          </p:cNvPr>
          <p:cNvSpPr/>
          <p:nvPr/>
        </p:nvSpPr>
        <p:spPr>
          <a:xfrm>
            <a:off x="3535002" y="166814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A392DB0-8FD2-430E-94FC-08BFBA5F01E3}"/>
              </a:ext>
            </a:extLst>
          </p:cNvPr>
          <p:cNvSpPr/>
          <p:nvPr/>
        </p:nvSpPr>
        <p:spPr>
          <a:xfrm>
            <a:off x="3894230" y="108016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B8DFEE-2A6E-4832-9CB4-8B872FB5EF39}"/>
              </a:ext>
            </a:extLst>
          </p:cNvPr>
          <p:cNvSpPr/>
          <p:nvPr/>
        </p:nvSpPr>
        <p:spPr>
          <a:xfrm>
            <a:off x="3691483" y="1374150"/>
            <a:ext cx="359228" cy="253092"/>
          </a:xfrm>
          <a:prstGeom prst="rect">
            <a:avLst/>
          </a:prstGeom>
          <a:pattFill prst="wdDnDiag">
            <a:fgClr>
              <a:srgbClr val="30E5D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3D1A62-3540-40DB-8C48-7AA07F12202A}"/>
              </a:ext>
            </a:extLst>
          </p:cNvPr>
          <p:cNvSpPr/>
          <p:nvPr/>
        </p:nvSpPr>
        <p:spPr>
          <a:xfrm>
            <a:off x="4088810" y="137415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DAF1458-2DB7-4829-8615-3E7E5353C5D7}"/>
              </a:ext>
            </a:extLst>
          </p:cNvPr>
          <p:cNvSpPr/>
          <p:nvPr/>
        </p:nvSpPr>
        <p:spPr>
          <a:xfrm>
            <a:off x="4314691" y="166814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DB4CE63-2D64-4F80-BAEE-5F6B51F7859C}"/>
              </a:ext>
            </a:extLst>
          </p:cNvPr>
          <p:cNvSpPr/>
          <p:nvPr/>
        </p:nvSpPr>
        <p:spPr>
          <a:xfrm>
            <a:off x="3924846" y="166814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4014E7-ACB3-4AAB-A5FF-878BA0440DE8}"/>
              </a:ext>
            </a:extLst>
          </p:cNvPr>
          <p:cNvSpPr/>
          <p:nvPr/>
        </p:nvSpPr>
        <p:spPr>
          <a:xfrm>
            <a:off x="5662317" y="1672545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0F7022-4DF3-4218-842A-1BC215975CBC}"/>
              </a:ext>
            </a:extLst>
          </p:cNvPr>
          <p:cNvSpPr/>
          <p:nvPr/>
        </p:nvSpPr>
        <p:spPr>
          <a:xfrm>
            <a:off x="6060301" y="1672545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DAC61C5-F7B3-4FBF-A204-45089DC8B864}"/>
              </a:ext>
            </a:extLst>
          </p:cNvPr>
          <p:cNvSpPr/>
          <p:nvPr/>
        </p:nvSpPr>
        <p:spPr>
          <a:xfrm>
            <a:off x="6458285" y="1672545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940C767-695B-46AF-ACBD-BB5D0518B21C}"/>
              </a:ext>
            </a:extLst>
          </p:cNvPr>
          <p:cNvSpPr/>
          <p:nvPr/>
        </p:nvSpPr>
        <p:spPr>
          <a:xfrm>
            <a:off x="6856269" y="1672545"/>
            <a:ext cx="359228" cy="253092"/>
          </a:xfrm>
          <a:prstGeom prst="rect">
            <a:avLst/>
          </a:prstGeom>
          <a:pattFill prst="wdDnDiag">
            <a:fgClr>
              <a:srgbClr val="30E5D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49AD1DB-B12C-439A-96A4-FDB27A7DB680}"/>
              </a:ext>
            </a:extLst>
          </p:cNvPr>
          <p:cNvSpPr/>
          <p:nvPr/>
        </p:nvSpPr>
        <p:spPr>
          <a:xfrm>
            <a:off x="3302552" y="490142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5DBD761-7A41-4E3D-AAED-0F2714630E26}"/>
              </a:ext>
            </a:extLst>
          </p:cNvPr>
          <p:cNvSpPr/>
          <p:nvPr/>
        </p:nvSpPr>
        <p:spPr>
          <a:xfrm>
            <a:off x="3700536" y="492180"/>
            <a:ext cx="359228" cy="25309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F325E7-7349-48E5-BAE1-FCE03F52BCB3}"/>
              </a:ext>
            </a:extLst>
          </p:cNvPr>
          <p:cNvSpPr/>
          <p:nvPr/>
        </p:nvSpPr>
        <p:spPr>
          <a:xfrm>
            <a:off x="4098520" y="490142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4098ED-0CB2-4F2D-8FF0-08D4EE286F2F}"/>
              </a:ext>
            </a:extLst>
          </p:cNvPr>
          <p:cNvSpPr/>
          <p:nvPr/>
        </p:nvSpPr>
        <p:spPr>
          <a:xfrm>
            <a:off x="4496504" y="490142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0F11E54-AE6A-47BB-A1AC-47292353F554}"/>
              </a:ext>
            </a:extLst>
          </p:cNvPr>
          <p:cNvSpPr/>
          <p:nvPr/>
        </p:nvSpPr>
        <p:spPr>
          <a:xfrm>
            <a:off x="5838571" y="134804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55360F4-FE9C-409E-86E7-83213A11375D}"/>
              </a:ext>
            </a:extLst>
          </p:cNvPr>
          <p:cNvSpPr/>
          <p:nvPr/>
        </p:nvSpPr>
        <p:spPr>
          <a:xfrm>
            <a:off x="6197799" y="76006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527ACC2-BD38-45CC-B3B8-543FAEBDC537}"/>
              </a:ext>
            </a:extLst>
          </p:cNvPr>
          <p:cNvSpPr/>
          <p:nvPr/>
        </p:nvSpPr>
        <p:spPr>
          <a:xfrm>
            <a:off x="5995052" y="105405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506A402-6B0C-4DD8-84EA-8242B4F95C9C}"/>
              </a:ext>
            </a:extLst>
          </p:cNvPr>
          <p:cNvSpPr/>
          <p:nvPr/>
        </p:nvSpPr>
        <p:spPr>
          <a:xfrm>
            <a:off x="6392379" y="105405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C8DCBF0-B440-4875-80AC-5BA3900FA129}"/>
              </a:ext>
            </a:extLst>
          </p:cNvPr>
          <p:cNvSpPr/>
          <p:nvPr/>
        </p:nvSpPr>
        <p:spPr>
          <a:xfrm>
            <a:off x="6618260" y="134804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516D7F7-2054-4A5A-AEBC-20FCA1661391}"/>
              </a:ext>
            </a:extLst>
          </p:cNvPr>
          <p:cNvSpPr/>
          <p:nvPr/>
        </p:nvSpPr>
        <p:spPr>
          <a:xfrm>
            <a:off x="6228415" y="1348049"/>
            <a:ext cx="359228" cy="25309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323FB18-DBE5-4298-B7CF-68F3A041F31A}"/>
              </a:ext>
            </a:extLst>
          </p:cNvPr>
          <p:cNvSpPr/>
          <p:nvPr/>
        </p:nvSpPr>
        <p:spPr>
          <a:xfrm>
            <a:off x="8113647" y="165571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BCF6527-DAFD-478B-86CA-E0E3398EE24F}"/>
              </a:ext>
            </a:extLst>
          </p:cNvPr>
          <p:cNvSpPr/>
          <p:nvPr/>
        </p:nvSpPr>
        <p:spPr>
          <a:xfrm>
            <a:off x="8511631" y="165571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05C8D09-438B-442B-85BE-836E40DACE1C}"/>
              </a:ext>
            </a:extLst>
          </p:cNvPr>
          <p:cNvSpPr/>
          <p:nvPr/>
        </p:nvSpPr>
        <p:spPr>
          <a:xfrm>
            <a:off x="8909615" y="1655710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5BDB079-FF10-464C-B143-0A4FA7F00C43}"/>
              </a:ext>
            </a:extLst>
          </p:cNvPr>
          <p:cNvSpPr/>
          <p:nvPr/>
        </p:nvSpPr>
        <p:spPr>
          <a:xfrm>
            <a:off x="9307599" y="1655710"/>
            <a:ext cx="359228" cy="253092"/>
          </a:xfrm>
          <a:prstGeom prst="rect">
            <a:avLst/>
          </a:prstGeom>
          <a:pattFill prst="wdDnDiag">
            <a:fgClr>
              <a:srgbClr val="30E5D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E6551EA-16E5-43F6-8B65-E65986DB9ECD}"/>
              </a:ext>
            </a:extLst>
          </p:cNvPr>
          <p:cNvSpPr/>
          <p:nvPr/>
        </p:nvSpPr>
        <p:spPr>
          <a:xfrm>
            <a:off x="8289901" y="1331214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A4F4E61-61A3-46E2-9927-EA9278019077}"/>
              </a:ext>
            </a:extLst>
          </p:cNvPr>
          <p:cNvSpPr/>
          <p:nvPr/>
        </p:nvSpPr>
        <p:spPr>
          <a:xfrm>
            <a:off x="8665771" y="464421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C336EC3-04AC-4A51-B75A-C613A001FEE7}"/>
              </a:ext>
            </a:extLst>
          </p:cNvPr>
          <p:cNvSpPr/>
          <p:nvPr/>
        </p:nvSpPr>
        <p:spPr>
          <a:xfrm>
            <a:off x="8463024" y="758411"/>
            <a:ext cx="359228" cy="25309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25FC4DA-4F60-45D8-9CE9-2BA5B19D9598}"/>
              </a:ext>
            </a:extLst>
          </p:cNvPr>
          <p:cNvSpPr/>
          <p:nvPr/>
        </p:nvSpPr>
        <p:spPr>
          <a:xfrm>
            <a:off x="8860351" y="758411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63D1B2A-47BD-4AC7-AFBF-2CEC7E062159}"/>
              </a:ext>
            </a:extLst>
          </p:cNvPr>
          <p:cNvSpPr/>
          <p:nvPr/>
        </p:nvSpPr>
        <p:spPr>
          <a:xfrm>
            <a:off x="9069590" y="1331214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1791789-9E7C-4A9F-A36D-C4EC2CC2435B}"/>
              </a:ext>
            </a:extLst>
          </p:cNvPr>
          <p:cNvSpPr/>
          <p:nvPr/>
        </p:nvSpPr>
        <p:spPr>
          <a:xfrm>
            <a:off x="8679745" y="1331214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558ABA78-9AB7-4419-9940-7FC5F13C15DE}"/>
              </a:ext>
            </a:extLst>
          </p:cNvPr>
          <p:cNvGrpSpPr/>
          <p:nvPr/>
        </p:nvGrpSpPr>
        <p:grpSpPr>
          <a:xfrm>
            <a:off x="3302552" y="2539852"/>
            <a:ext cx="1553180" cy="255130"/>
            <a:chOff x="4501079" y="767907"/>
            <a:chExt cx="1553180" cy="255130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FC15843-15AF-4EAD-9E26-5483AC7C611A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CBE04DD2-2D5A-4842-AE0A-A15A6506E0FF}"/>
                </a:ext>
              </a:extLst>
            </p:cNvPr>
            <p:cNvSpPr/>
            <p:nvPr/>
          </p:nvSpPr>
          <p:spPr>
            <a:xfrm>
              <a:off x="4899063" y="769945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682B10C-230D-4F57-9D7E-B54545CAB1B8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CA61AA8A-2CCF-4438-B710-C99DF36A5113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6AD409B-9BBC-4809-86EE-BFEF8FEB4DB6}"/>
              </a:ext>
            </a:extLst>
          </p:cNvPr>
          <p:cNvGrpSpPr/>
          <p:nvPr/>
        </p:nvGrpSpPr>
        <p:grpSpPr>
          <a:xfrm>
            <a:off x="5583100" y="3613786"/>
            <a:ext cx="1553180" cy="253092"/>
            <a:chOff x="4501079" y="767907"/>
            <a:chExt cx="1553180" cy="25309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7C6449C9-7B7F-4A53-A337-DEE503119C95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24E94C3-B58A-4B39-9C38-1FDB0B4C2ED0}"/>
                </a:ext>
              </a:extLst>
            </p:cNvPr>
            <p:cNvSpPr/>
            <p:nvPr/>
          </p:nvSpPr>
          <p:spPr>
            <a:xfrm>
              <a:off x="4899063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2EBC9338-834A-4829-8AEE-DA926F1C3017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8203F484-DB37-4CCF-9B81-0BA6D3CCF5FF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08A8183-B7A8-4B99-933D-7D3D82F709F3}"/>
              </a:ext>
            </a:extLst>
          </p:cNvPr>
          <p:cNvSpPr/>
          <p:nvPr/>
        </p:nvSpPr>
        <p:spPr>
          <a:xfrm>
            <a:off x="8048135" y="366691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66A35EC-029B-4BF4-9862-894FBF59891E}"/>
              </a:ext>
            </a:extLst>
          </p:cNvPr>
          <p:cNvSpPr/>
          <p:nvPr/>
        </p:nvSpPr>
        <p:spPr>
          <a:xfrm>
            <a:off x="8446119" y="366691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E925D1F-8A71-4914-BCDD-8395E655CFF7}"/>
              </a:ext>
            </a:extLst>
          </p:cNvPr>
          <p:cNvSpPr/>
          <p:nvPr/>
        </p:nvSpPr>
        <p:spPr>
          <a:xfrm>
            <a:off x="8844103" y="366691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6904AD83-899E-4050-99E7-11E52A04FC81}"/>
              </a:ext>
            </a:extLst>
          </p:cNvPr>
          <p:cNvSpPr/>
          <p:nvPr/>
        </p:nvSpPr>
        <p:spPr>
          <a:xfrm>
            <a:off x="9242087" y="3666919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1F0F1D4-D4A6-4192-A31A-24E55D0B4F75}"/>
              </a:ext>
            </a:extLst>
          </p:cNvPr>
          <p:cNvSpPr/>
          <p:nvPr/>
        </p:nvSpPr>
        <p:spPr>
          <a:xfrm>
            <a:off x="8224389" y="3342423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B063B7F-2639-4E7A-8B60-9548180B49E9}"/>
              </a:ext>
            </a:extLst>
          </p:cNvPr>
          <p:cNvGrpSpPr/>
          <p:nvPr/>
        </p:nvGrpSpPr>
        <p:grpSpPr>
          <a:xfrm>
            <a:off x="8397512" y="2475630"/>
            <a:ext cx="756555" cy="547082"/>
            <a:chOff x="8536436" y="1345907"/>
            <a:chExt cx="756555" cy="54708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24A2336D-5E28-4978-AA4C-1E6B2137806A}"/>
                </a:ext>
              </a:extLst>
            </p:cNvPr>
            <p:cNvSpPr/>
            <p:nvPr/>
          </p:nvSpPr>
          <p:spPr>
            <a:xfrm>
              <a:off x="8739183" y="1345907"/>
              <a:ext cx="359228" cy="253092"/>
            </a:xfrm>
            <a:prstGeom prst="rect">
              <a:avLst/>
            </a:prstGeom>
            <a:grpFill/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9501D2B2-22FB-4D4C-8D41-ACE00EF8EDD5}"/>
                </a:ext>
              </a:extLst>
            </p:cNvPr>
            <p:cNvSpPr/>
            <p:nvPr/>
          </p:nvSpPr>
          <p:spPr>
            <a:xfrm>
              <a:off x="8536436" y="1639897"/>
              <a:ext cx="359228" cy="253092"/>
            </a:xfrm>
            <a:prstGeom prst="rect">
              <a:avLst/>
            </a:prstGeom>
            <a:grpFill/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0C7FB622-5786-493B-BBB6-DF6402D89BCE}"/>
                </a:ext>
              </a:extLst>
            </p:cNvPr>
            <p:cNvSpPr/>
            <p:nvPr/>
          </p:nvSpPr>
          <p:spPr>
            <a:xfrm>
              <a:off x="8933763" y="1639897"/>
              <a:ext cx="359228" cy="253092"/>
            </a:xfrm>
            <a:prstGeom prst="rect">
              <a:avLst/>
            </a:prstGeom>
            <a:grpFill/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DK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121" name="Rectangle 120">
            <a:extLst>
              <a:ext uri="{FF2B5EF4-FFF2-40B4-BE49-F238E27FC236}">
                <a16:creationId xmlns:a16="http://schemas.microsoft.com/office/drawing/2014/main" id="{3D0B25B0-2542-4A94-AFE0-C0E9C2E9E389}"/>
              </a:ext>
            </a:extLst>
          </p:cNvPr>
          <p:cNvSpPr/>
          <p:nvPr/>
        </p:nvSpPr>
        <p:spPr>
          <a:xfrm>
            <a:off x="9004078" y="3342423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3969DC2-87AC-46C6-886D-C570316BFDCA}"/>
              </a:ext>
            </a:extLst>
          </p:cNvPr>
          <p:cNvSpPr/>
          <p:nvPr/>
        </p:nvSpPr>
        <p:spPr>
          <a:xfrm>
            <a:off x="8614233" y="3342423"/>
            <a:ext cx="359228" cy="253092"/>
          </a:xfrm>
          <a:prstGeom prst="rect">
            <a:avLst/>
          </a:prstGeom>
          <a:pattFill prst="wdUpDiag">
            <a:fgClr>
              <a:schemeClr val="dk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K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" name="Plus Sign 1">
            <a:extLst>
              <a:ext uri="{FF2B5EF4-FFF2-40B4-BE49-F238E27FC236}">
                <a16:creationId xmlns:a16="http://schemas.microsoft.com/office/drawing/2014/main" id="{218857E0-E19E-488B-8BF9-107E197DE021}"/>
              </a:ext>
            </a:extLst>
          </p:cNvPr>
          <p:cNvSpPr/>
          <p:nvPr/>
        </p:nvSpPr>
        <p:spPr>
          <a:xfrm>
            <a:off x="3933668" y="801624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F9AFB7CE-6BDB-41B0-BB66-A59F7F1D5B66}"/>
              </a:ext>
            </a:extLst>
          </p:cNvPr>
          <p:cNvGrpSpPr/>
          <p:nvPr/>
        </p:nvGrpSpPr>
        <p:grpSpPr>
          <a:xfrm>
            <a:off x="3509684" y="3098882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6A0761F1-81A2-4AE3-8DD5-9409502786EA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86B3C5D-BEE7-4260-916D-59D44FE7749C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998217E-1599-4BE8-81F7-8FD17BAA026D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31B9E25-796C-4728-A1F4-E272A78839DB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972E6E50-2CD8-4199-84FC-7D973F484F73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AF51831-D4BD-4EBD-9EF2-40A5FEB77DA0}"/>
                </a:ext>
              </a:extLst>
            </p:cNvPr>
            <p:cNvSpPr/>
            <p:nvPr/>
          </p:nvSpPr>
          <p:spPr>
            <a:xfrm>
              <a:off x="5916387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2227994E-9E4D-4858-A9E3-276BCFFD2283}"/>
              </a:ext>
            </a:extLst>
          </p:cNvPr>
          <p:cNvGrpSpPr/>
          <p:nvPr/>
        </p:nvGrpSpPr>
        <p:grpSpPr>
          <a:xfrm>
            <a:off x="5843802" y="2712621"/>
            <a:ext cx="1138917" cy="841072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87F726E1-362E-4283-8A46-88088DEFDB5E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90152918-80D0-4878-9A62-DF7A46311365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21BECF40-1C10-4793-A0A1-62AE6438CEC8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990C6BE2-DB1B-4464-9D50-C0EC2BDADFBE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D2341217-0ECB-4DE0-A774-06F7B713D0BF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65454310-6830-4A52-AB85-972746F54064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" name="Plus Sign 2">
            <a:extLst>
              <a:ext uri="{FF2B5EF4-FFF2-40B4-BE49-F238E27FC236}">
                <a16:creationId xmlns:a16="http://schemas.microsoft.com/office/drawing/2014/main" id="{9C9F4C36-0645-4C79-B840-9C96C311DE93}"/>
              </a:ext>
            </a:extLst>
          </p:cNvPr>
          <p:cNvSpPr/>
          <p:nvPr/>
        </p:nvSpPr>
        <p:spPr>
          <a:xfrm>
            <a:off x="8642638" y="3069978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Plus Sign 4">
            <a:extLst>
              <a:ext uri="{FF2B5EF4-FFF2-40B4-BE49-F238E27FC236}">
                <a16:creationId xmlns:a16="http://schemas.microsoft.com/office/drawing/2014/main" id="{DFBA355C-2737-496E-A4FE-E7FB0AD400D6}"/>
              </a:ext>
            </a:extLst>
          </p:cNvPr>
          <p:cNvSpPr/>
          <p:nvPr/>
        </p:nvSpPr>
        <p:spPr>
          <a:xfrm>
            <a:off x="3953046" y="2819817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Plus Sign 5">
            <a:extLst>
              <a:ext uri="{FF2B5EF4-FFF2-40B4-BE49-F238E27FC236}">
                <a16:creationId xmlns:a16="http://schemas.microsoft.com/office/drawing/2014/main" id="{77BD437B-3E81-46C3-B685-461BE2C3B7EC}"/>
              </a:ext>
            </a:extLst>
          </p:cNvPr>
          <p:cNvSpPr/>
          <p:nvPr/>
        </p:nvSpPr>
        <p:spPr>
          <a:xfrm>
            <a:off x="8751886" y="1063069"/>
            <a:ext cx="252192" cy="235600"/>
          </a:xfrm>
          <a:prstGeom prst="mathPlus">
            <a:avLst/>
          </a:prstGeom>
          <a:solidFill>
            <a:srgbClr val="00827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5AF9FF56-D878-4598-AC0F-A35829817E14}"/>
              </a:ext>
            </a:extLst>
          </p:cNvPr>
          <p:cNvGrpSpPr/>
          <p:nvPr/>
        </p:nvGrpSpPr>
        <p:grpSpPr>
          <a:xfrm>
            <a:off x="5157359" y="309624"/>
            <a:ext cx="300699" cy="1794164"/>
            <a:chOff x="5112328" y="283523"/>
            <a:chExt cx="300699" cy="1794164"/>
          </a:xfrm>
        </p:grpSpPr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75B2CE1E-0917-4C07-8983-4963C1C772C1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Arrow: Right 174">
              <a:extLst>
                <a:ext uri="{FF2B5EF4-FFF2-40B4-BE49-F238E27FC236}">
                  <a16:creationId xmlns:a16="http://schemas.microsoft.com/office/drawing/2014/main" id="{F6774859-252C-4100-933F-A06F4257406B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EAF5B3A5-BA4F-41F7-9379-F0197E794659}"/>
              </a:ext>
            </a:extLst>
          </p:cNvPr>
          <p:cNvGrpSpPr/>
          <p:nvPr/>
        </p:nvGrpSpPr>
        <p:grpSpPr>
          <a:xfrm>
            <a:off x="7647308" y="309624"/>
            <a:ext cx="300699" cy="1794164"/>
            <a:chOff x="5112328" y="283523"/>
            <a:chExt cx="300699" cy="1794164"/>
          </a:xfrm>
        </p:grpSpPr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2FBF482D-D4B7-4D51-BEC5-D3E4A8875D51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Arrow: Right 177">
              <a:extLst>
                <a:ext uri="{FF2B5EF4-FFF2-40B4-BE49-F238E27FC236}">
                  <a16:creationId xmlns:a16="http://schemas.microsoft.com/office/drawing/2014/main" id="{508ABF1A-122C-49F5-9723-F7F00A6F7385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49DB10CF-4298-415D-890E-4E1A2FAA7E9B}"/>
              </a:ext>
            </a:extLst>
          </p:cNvPr>
          <p:cNvGrpSpPr/>
          <p:nvPr/>
        </p:nvGrpSpPr>
        <p:grpSpPr>
          <a:xfrm>
            <a:off x="5162639" y="2412135"/>
            <a:ext cx="300699" cy="1794164"/>
            <a:chOff x="5112328" y="283523"/>
            <a:chExt cx="300699" cy="1794164"/>
          </a:xfrm>
        </p:grpSpPr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67F3DBD3-0124-4AD8-B664-FADAE1DB996C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Arrow: Right 195">
              <a:extLst>
                <a:ext uri="{FF2B5EF4-FFF2-40B4-BE49-F238E27FC236}">
                  <a16:creationId xmlns:a16="http://schemas.microsoft.com/office/drawing/2014/main" id="{0EBCBD8C-D048-447A-B4E4-D8AFD36D42E6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9D2A4721-9EDB-409B-BCFF-FC82419699B4}"/>
              </a:ext>
            </a:extLst>
          </p:cNvPr>
          <p:cNvGrpSpPr/>
          <p:nvPr/>
        </p:nvGrpSpPr>
        <p:grpSpPr>
          <a:xfrm>
            <a:off x="7645589" y="2403519"/>
            <a:ext cx="300699" cy="1794164"/>
            <a:chOff x="5112328" y="283523"/>
            <a:chExt cx="300699" cy="1794164"/>
          </a:xfrm>
        </p:grpSpPr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9B11F1BA-2552-4BBC-8BCE-6BD91B0D5A13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827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Arrow: Right 207">
              <a:extLst>
                <a:ext uri="{FF2B5EF4-FFF2-40B4-BE49-F238E27FC236}">
                  <a16:creationId xmlns:a16="http://schemas.microsoft.com/office/drawing/2014/main" id="{5BC72DEB-5135-45F3-8675-67702132FDA8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8272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0996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3C0A3C3-0737-9EAC-A407-2A3CFDB785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5457369"/>
              </p:ext>
            </p:extLst>
          </p:nvPr>
        </p:nvGraphicFramePr>
        <p:xfrm>
          <a:off x="1816100" y="51116"/>
          <a:ext cx="8343902" cy="6701812"/>
        </p:xfrm>
        <a:graphic>
          <a:graphicData uri="http://schemas.openxmlformats.org/drawingml/2006/table">
            <a:tbl>
              <a:tblPr bandRow="1">
                <a:tableStyleId>{7E9639D4-E3E2-4D34-9284-5A2195B3D0D7}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3605010844"/>
                    </a:ext>
                  </a:extLst>
                </a:gridCol>
                <a:gridCol w="2838450">
                  <a:extLst>
                    <a:ext uri="{9D8B030D-6E8A-4147-A177-3AD203B41FA5}">
                      <a16:colId xmlns:a16="http://schemas.microsoft.com/office/drawing/2014/main" val="2342564244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1881114515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2737513740"/>
                    </a:ext>
                  </a:extLst>
                </a:gridCol>
              </a:tblGrid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FIFO</a:t>
                      </a:r>
                      <a:br>
                        <a:rPr lang="en-GB" dirty="0"/>
                      </a:br>
                      <a:r>
                        <a:rPr lang="en-GB" dirty="0"/>
                        <a:t>(First-In, First-Out)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74059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LIFO</a:t>
                      </a:r>
                    </a:p>
                    <a:p>
                      <a:pPr algn="ctr"/>
                      <a:r>
                        <a:rPr lang="en-GB" dirty="0"/>
                        <a:t>(Last-In, First-Out)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534023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Average</a:t>
                      </a:r>
                      <a:br>
                        <a:rPr lang="en-GB" dirty="0"/>
                      </a:br>
                      <a:r>
                        <a:rPr lang="en-GB" dirty="0"/>
                        <a:t>(weighted average)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090356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Standard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07728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8655DEE-4C0C-E0C8-BDC7-DCEAF3945D7C}"/>
              </a:ext>
            </a:extLst>
          </p:cNvPr>
          <p:cNvSpPr txBox="1"/>
          <p:nvPr/>
        </p:nvSpPr>
        <p:spPr>
          <a:xfrm>
            <a:off x="3665169" y="83237"/>
            <a:ext cx="13346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07ADC-6814-577F-7F7A-34AF9AA98882}"/>
              </a:ext>
            </a:extLst>
          </p:cNvPr>
          <p:cNvSpPr txBox="1"/>
          <p:nvPr/>
        </p:nvSpPr>
        <p:spPr>
          <a:xfrm>
            <a:off x="3678523" y="1440910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AC17DA-3200-5988-7F16-31DACD8B88BA}"/>
              </a:ext>
            </a:extLst>
          </p:cNvPr>
          <p:cNvSpPr txBox="1"/>
          <p:nvPr/>
        </p:nvSpPr>
        <p:spPr>
          <a:xfrm>
            <a:off x="3616793" y="1743758"/>
            <a:ext cx="13346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CDCD8-4A69-322F-DB7F-4A6B55078543}"/>
              </a:ext>
            </a:extLst>
          </p:cNvPr>
          <p:cNvSpPr txBox="1"/>
          <p:nvPr/>
        </p:nvSpPr>
        <p:spPr>
          <a:xfrm>
            <a:off x="3656845" y="3468664"/>
            <a:ext cx="13346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0C19AF-CF5E-3417-245F-320EF453162A}"/>
              </a:ext>
            </a:extLst>
          </p:cNvPr>
          <p:cNvSpPr txBox="1"/>
          <p:nvPr/>
        </p:nvSpPr>
        <p:spPr>
          <a:xfrm>
            <a:off x="3611600" y="5118967"/>
            <a:ext cx="13346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39BD99-2456-9C38-C737-8156E9B988EE}"/>
              </a:ext>
            </a:extLst>
          </p:cNvPr>
          <p:cNvSpPr txBox="1"/>
          <p:nvPr/>
        </p:nvSpPr>
        <p:spPr>
          <a:xfrm>
            <a:off x="3656845" y="3165816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FE5B7-70CF-D868-E012-F398EB31CF1C}"/>
              </a:ext>
            </a:extLst>
          </p:cNvPr>
          <p:cNvSpPr txBox="1"/>
          <p:nvPr/>
        </p:nvSpPr>
        <p:spPr>
          <a:xfrm>
            <a:off x="3626362" y="4774633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8B6E7A-2160-98C4-E513-C6EB2F5FBE72}"/>
              </a:ext>
            </a:extLst>
          </p:cNvPr>
          <p:cNvSpPr txBox="1"/>
          <p:nvPr/>
        </p:nvSpPr>
        <p:spPr>
          <a:xfrm>
            <a:off x="3604196" y="6434925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34ACAE-F01C-4AAC-E2A3-58597FF70593}"/>
              </a:ext>
            </a:extLst>
          </p:cNvPr>
          <p:cNvSpPr txBox="1"/>
          <p:nvPr/>
        </p:nvSpPr>
        <p:spPr>
          <a:xfrm>
            <a:off x="5603176" y="8891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A4CDBA-8FF9-00CD-15D7-ED1DD538D15A}"/>
              </a:ext>
            </a:extLst>
          </p:cNvPr>
          <p:cNvSpPr txBox="1"/>
          <p:nvPr/>
        </p:nvSpPr>
        <p:spPr>
          <a:xfrm>
            <a:off x="5628806" y="1768306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B9380A-2349-800E-714D-6DCB58DEFDD9}"/>
              </a:ext>
            </a:extLst>
          </p:cNvPr>
          <p:cNvSpPr txBox="1"/>
          <p:nvPr/>
        </p:nvSpPr>
        <p:spPr>
          <a:xfrm>
            <a:off x="5661772" y="3462010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751B9D-990C-09E6-3F72-F578ECE8EC49}"/>
              </a:ext>
            </a:extLst>
          </p:cNvPr>
          <p:cNvSpPr txBox="1"/>
          <p:nvPr/>
        </p:nvSpPr>
        <p:spPr>
          <a:xfrm>
            <a:off x="5628806" y="511896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286F77-8296-19CB-BAE5-F8FFE45870F0}"/>
              </a:ext>
            </a:extLst>
          </p:cNvPr>
          <p:cNvSpPr txBox="1"/>
          <p:nvPr/>
        </p:nvSpPr>
        <p:spPr>
          <a:xfrm>
            <a:off x="7881588" y="105072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5EED6C-8435-3251-AB55-AFFFC31FF44A}"/>
              </a:ext>
            </a:extLst>
          </p:cNvPr>
          <p:cNvSpPr txBox="1"/>
          <p:nvPr/>
        </p:nvSpPr>
        <p:spPr>
          <a:xfrm>
            <a:off x="7984435" y="1743758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570628-A028-4D84-FCA1-1562B6FF3F98}"/>
              </a:ext>
            </a:extLst>
          </p:cNvPr>
          <p:cNvSpPr txBox="1"/>
          <p:nvPr/>
        </p:nvSpPr>
        <p:spPr>
          <a:xfrm>
            <a:off x="7992881" y="3468664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4D68D6-9073-5685-7D20-C8826DB4C0C8}"/>
              </a:ext>
            </a:extLst>
          </p:cNvPr>
          <p:cNvSpPr txBox="1"/>
          <p:nvPr/>
        </p:nvSpPr>
        <p:spPr>
          <a:xfrm>
            <a:off x="7960207" y="511896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CB9D08-5838-BC59-9EEC-FEBC2DE9D1E8}"/>
              </a:ext>
            </a:extLst>
          </p:cNvPr>
          <p:cNvSpPr txBox="1"/>
          <p:nvPr/>
        </p:nvSpPr>
        <p:spPr>
          <a:xfrm>
            <a:off x="7909431" y="143907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4C8C26-4C0E-E547-8317-C9A572DC348D}"/>
              </a:ext>
            </a:extLst>
          </p:cNvPr>
          <p:cNvSpPr txBox="1"/>
          <p:nvPr/>
        </p:nvSpPr>
        <p:spPr>
          <a:xfrm>
            <a:off x="7992881" y="4774633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E27DFC-06A8-92F8-290F-909A182215B2}"/>
              </a:ext>
            </a:extLst>
          </p:cNvPr>
          <p:cNvSpPr txBox="1"/>
          <p:nvPr/>
        </p:nvSpPr>
        <p:spPr>
          <a:xfrm>
            <a:off x="7984435" y="3120911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8513C3-1514-C0AC-DEA9-04F344F813CE}"/>
              </a:ext>
            </a:extLst>
          </p:cNvPr>
          <p:cNvSpPr txBox="1"/>
          <p:nvPr/>
        </p:nvSpPr>
        <p:spPr>
          <a:xfrm>
            <a:off x="7984435" y="642281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FD6F8-9DD6-0F4F-9884-7C1433321B03}"/>
              </a:ext>
            </a:extLst>
          </p:cNvPr>
          <p:cNvGrpSpPr/>
          <p:nvPr/>
        </p:nvGrpSpPr>
        <p:grpSpPr>
          <a:xfrm>
            <a:off x="3731432" y="344847"/>
            <a:ext cx="1268420" cy="1052499"/>
            <a:chOff x="3302552" y="490142"/>
            <a:chExt cx="1553180" cy="1404989"/>
          </a:xfrm>
        </p:grpSpPr>
        <p:sp>
          <p:nvSpPr>
            <p:cNvPr id="25" name="Plus Sign 24">
              <a:extLst>
                <a:ext uri="{FF2B5EF4-FFF2-40B4-BE49-F238E27FC236}">
                  <a16:creationId xmlns:a16="http://schemas.microsoft.com/office/drawing/2014/main" id="{ED50C8E1-C70F-4EF5-54AE-C77F670DF151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327444E-359C-7EA5-CA3D-56FBA70BFCD3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992A9D3D-E0DF-E903-D5ED-7093B3EE829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7E199CA-29C5-DED1-6443-701651E8B2AD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F42A3F7-6DBE-B640-7B73-6F7E0B6BADB8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778E409-4493-35DE-C748-FB0F46E3069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592D330-F45E-E9CD-DB4A-8344FA46967A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2DD630-B644-2E22-1EEE-D23445B711DD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331B821-26BD-082E-84C2-6741E6317B90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FF37771-C5F9-0277-6C37-4A57A6F0C3C6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95665C5-E8B8-C3F3-90F6-C2D00F5D08B2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B0E73C-EA4C-135D-2F3E-23A2FDBC5783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7E378752-18FC-54FC-8A12-6DE436C98DF5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FD431B5-614C-E30B-899B-3A3211D032E5}"/>
              </a:ext>
            </a:extLst>
          </p:cNvPr>
          <p:cNvGrpSpPr/>
          <p:nvPr/>
        </p:nvGrpSpPr>
        <p:grpSpPr>
          <a:xfrm>
            <a:off x="3705802" y="2029916"/>
            <a:ext cx="1268420" cy="1052499"/>
            <a:chOff x="3302552" y="490142"/>
            <a:chExt cx="1553180" cy="1404989"/>
          </a:xfrm>
        </p:grpSpPr>
        <p:sp>
          <p:nvSpPr>
            <p:cNvPr id="39" name="Plus Sign 38">
              <a:extLst>
                <a:ext uri="{FF2B5EF4-FFF2-40B4-BE49-F238E27FC236}">
                  <a16:creationId xmlns:a16="http://schemas.microsoft.com/office/drawing/2014/main" id="{E233578D-10F9-9E3B-44D5-238DAA9BFE6A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40D9B49-7BCB-5214-9167-008B031F03E2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676C91A-E4E3-A1CF-D297-B9C4A63346F0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A6149F1-7563-D28E-9945-EEFBB78B05CF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0A90676-AE0F-2C62-50B4-B60FC70C45F9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6F71C2F-E275-5308-126A-27CC30F49BB9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9F62049-FFDF-C8F6-2C90-AA36B11DFC5A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19E037E-4B6A-569F-56F9-48CFE44F5963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DD470CE9-3705-0CAD-089A-D2994DBB7443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F3B42D5-1609-083A-1246-F5691D5E7BDC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64B9E24-AD48-21E0-B56A-4892F6C88B80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5ECB74F-4F54-3BB4-67FF-F6D0F89F7810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B9E6F42-B77B-8641-9C78-BA465941E157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1F10770-4F9C-C5DA-02A5-83E96A83CEE6}"/>
              </a:ext>
            </a:extLst>
          </p:cNvPr>
          <p:cNvGrpSpPr/>
          <p:nvPr/>
        </p:nvGrpSpPr>
        <p:grpSpPr>
          <a:xfrm>
            <a:off x="3680172" y="3737675"/>
            <a:ext cx="1268420" cy="1052499"/>
            <a:chOff x="3302552" y="490142"/>
            <a:chExt cx="1553180" cy="1404989"/>
          </a:xfrm>
        </p:grpSpPr>
        <p:sp>
          <p:nvSpPr>
            <p:cNvPr id="53" name="Plus Sign 52">
              <a:extLst>
                <a:ext uri="{FF2B5EF4-FFF2-40B4-BE49-F238E27FC236}">
                  <a16:creationId xmlns:a16="http://schemas.microsoft.com/office/drawing/2014/main" id="{D721505A-866B-557B-986B-5EBCE73C17A0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0C71B43-1625-6AAF-8099-B81FDBBCED53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EF8F19F8-869B-3888-FC98-FD913771F8A2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0140C0C-3B2E-07AE-EB92-49128A79F48E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C81813F6-1007-3AEF-EE3F-6209C38A221B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843F2A56-0BB2-AAA5-689A-672A7D614F4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90074CB-A25E-980B-B4DF-FB2D2108E041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10AF9D31-8A04-65AE-18F4-FACB4D129AE4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85FC7225-7405-C679-55BE-5C0CB826D611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E9CF08CC-7B99-C6EA-317F-D6FB9C94B27C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E449E00-36BA-BD5B-FD00-0C7583C27234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D70EAD-066B-C343-DB36-84524C4A7864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688D441-B390-F772-2BCD-DFE0A9EB4587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67" name="Plus Sign 66">
            <a:extLst>
              <a:ext uri="{FF2B5EF4-FFF2-40B4-BE49-F238E27FC236}">
                <a16:creationId xmlns:a16="http://schemas.microsoft.com/office/drawing/2014/main" id="{E8CFA808-E97C-6FF0-90E5-9BD2BAAA7120}"/>
              </a:ext>
            </a:extLst>
          </p:cNvPr>
          <p:cNvSpPr/>
          <p:nvPr/>
        </p:nvSpPr>
        <p:spPr>
          <a:xfrm>
            <a:off x="4179566" y="5644762"/>
            <a:ext cx="205955" cy="176492"/>
          </a:xfrm>
          <a:prstGeom prst="mathPlus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8E081D8-1AF2-43CF-0850-454605F615B1}"/>
              </a:ext>
            </a:extLst>
          </p:cNvPr>
          <p:cNvGrpSpPr/>
          <p:nvPr/>
        </p:nvGrpSpPr>
        <p:grpSpPr>
          <a:xfrm>
            <a:off x="3844174" y="5833654"/>
            <a:ext cx="930108" cy="630060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B97DE4B-C95D-596F-2059-60CC726DE3FF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C43C38F-8164-6ECE-C589-B3D9F2E3698B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91B000F-F520-F763-B9F9-56086B2B4449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B23C243-F93B-26FA-2319-2D70106D5EC6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C69CB5E-9C35-A861-138B-006CE003A94A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700E2FF-24DA-EC6F-83A3-DA3565BB35EC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59BF7951-78A0-FD31-353D-D961F96888D4}"/>
              </a:ext>
            </a:extLst>
          </p:cNvPr>
          <p:cNvSpPr/>
          <p:nvPr/>
        </p:nvSpPr>
        <p:spPr>
          <a:xfrm>
            <a:off x="3659706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6FD1D6-DCF6-2C5D-17D9-E248C1CCFA18}"/>
              </a:ext>
            </a:extLst>
          </p:cNvPr>
          <p:cNvSpPr/>
          <p:nvPr/>
        </p:nvSpPr>
        <p:spPr>
          <a:xfrm>
            <a:off x="4296447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74B0DC9-8DDC-2C42-45E8-6FACE906EC62}"/>
              </a:ext>
            </a:extLst>
          </p:cNvPr>
          <p:cNvSpPr/>
          <p:nvPr/>
        </p:nvSpPr>
        <p:spPr>
          <a:xfrm>
            <a:off x="3978076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96E10DD-C3B4-534D-CEB5-C003DE6D5F75}"/>
              </a:ext>
            </a:extLst>
          </p:cNvPr>
          <p:cNvSpPr/>
          <p:nvPr/>
        </p:nvSpPr>
        <p:spPr>
          <a:xfrm>
            <a:off x="4613233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DA395541-D31F-D949-6A11-BAB0B9C81492}"/>
              </a:ext>
            </a:extLst>
          </p:cNvPr>
          <p:cNvGrpSpPr/>
          <p:nvPr/>
        </p:nvGrpSpPr>
        <p:grpSpPr>
          <a:xfrm>
            <a:off x="5869408" y="509087"/>
            <a:ext cx="1414002" cy="801248"/>
            <a:chOff x="5872407" y="372959"/>
            <a:chExt cx="1414002" cy="801248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567A532B-8312-E1B2-677B-C4FDD50873BE}"/>
                </a:ext>
              </a:extLst>
            </p:cNvPr>
            <p:cNvGrpSpPr/>
            <p:nvPr/>
          </p:nvGrpSpPr>
          <p:grpSpPr>
            <a:xfrm>
              <a:off x="5872407" y="99552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C77012F-DCF6-03AF-43C2-959F6B68857C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D941F81B-2B1C-8120-45A0-CCC10D4AEAC4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3DC12784-2DA4-888F-97AA-4DD364B8E531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FB85B158-45D5-F1F8-2092-1FD347357369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0BC3A822-405F-2069-7AB9-76F2D877F490}"/>
                </a:ext>
              </a:extLst>
            </p:cNvPr>
            <p:cNvGrpSpPr/>
            <p:nvPr/>
          </p:nvGrpSpPr>
          <p:grpSpPr>
            <a:xfrm>
              <a:off x="6076811" y="372959"/>
              <a:ext cx="1036860" cy="593808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281C5A8A-0316-C61A-9B3B-822DF61B0134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4293A84E-13B0-9508-3260-8BFD7F84A18B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08E7A2D-E1C9-6122-06D6-0BB5AB0FA538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83E7E88-B291-AECA-E2F1-F5F2DA99CB36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1C0BE8-F513-91A0-952D-C512235972E5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E88FA0E4-6394-C2CE-66E3-7C483A3A0C66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DDB9BA6D-7B53-5390-58F4-843309D32CFE}"/>
              </a:ext>
            </a:extLst>
          </p:cNvPr>
          <p:cNvGrpSpPr/>
          <p:nvPr/>
        </p:nvGrpSpPr>
        <p:grpSpPr>
          <a:xfrm>
            <a:off x="5898146" y="2201821"/>
            <a:ext cx="1414002" cy="807689"/>
            <a:chOff x="5911767" y="2122133"/>
            <a:chExt cx="1414002" cy="807689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EDB0BDCC-EAD8-30C0-0CBF-C1B6077BDB82}"/>
                </a:ext>
              </a:extLst>
            </p:cNvPr>
            <p:cNvGrpSpPr/>
            <p:nvPr/>
          </p:nvGrpSpPr>
          <p:grpSpPr>
            <a:xfrm>
              <a:off x="5911767" y="2751136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BC5FA838-4CCD-8DD0-73E1-A514F005FEC7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8E01D18B-F0EF-A954-AC58-11F3A1398AD0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6848BD54-DC70-51B9-5E44-C2F7A8F496C5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5FFDB29-27DC-F75E-289E-403D01E4FE9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E5559932-7579-69C1-7496-C76B7C7193AD}"/>
                </a:ext>
              </a:extLst>
            </p:cNvPr>
            <p:cNvGrpSpPr/>
            <p:nvPr/>
          </p:nvGrpSpPr>
          <p:grpSpPr>
            <a:xfrm>
              <a:off x="6105278" y="2122133"/>
              <a:ext cx="1036860" cy="593808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AA96BBC-F909-BE11-5156-45B128CC9E19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5AF7DE2D-AA7D-8DA4-12D6-157EB9E5007D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A2CC555D-E879-3617-4A53-FE40E77FA062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4AB929A-DC1F-07E5-595A-C63E6EA376FF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340BD834-3D2A-EADF-44A8-50911B43885E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BA6FFB37-FCB4-3568-0999-D2E6B96E0D3D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35353A13-FE76-BA44-EF41-F67A6674EDEB}"/>
              </a:ext>
            </a:extLst>
          </p:cNvPr>
          <p:cNvGrpSpPr/>
          <p:nvPr/>
        </p:nvGrpSpPr>
        <p:grpSpPr>
          <a:xfrm>
            <a:off x="5869408" y="3857534"/>
            <a:ext cx="1414002" cy="801369"/>
            <a:chOff x="5869408" y="3736260"/>
            <a:chExt cx="1414002" cy="801369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A2CC245C-6F38-6E17-16A6-C3278096C8C7}"/>
                </a:ext>
              </a:extLst>
            </p:cNvPr>
            <p:cNvGrpSpPr/>
            <p:nvPr/>
          </p:nvGrpSpPr>
          <p:grpSpPr>
            <a:xfrm>
              <a:off x="5869408" y="4358943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74B33B09-EF70-6ACB-4880-8E2DB91CF8A8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FC2493D0-7276-143C-AA24-5F50B62973CD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2EE165A0-93B4-9587-EC87-FF87B3596FE3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374E0E7B-06E9-3062-44AF-AC4F4097538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35A3332-E24E-F86F-31FC-C00497285506}"/>
                </a:ext>
              </a:extLst>
            </p:cNvPr>
            <p:cNvSpPr/>
            <p:nvPr/>
          </p:nvSpPr>
          <p:spPr>
            <a:xfrm>
              <a:off x="6072227" y="4151382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E6D482-6E0D-1922-A54B-40FB8EB7733F}"/>
                </a:ext>
              </a:extLst>
            </p:cNvPr>
            <p:cNvSpPr/>
            <p:nvPr/>
          </p:nvSpPr>
          <p:spPr>
            <a:xfrm>
              <a:off x="6399265" y="3736260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4DFDB060-FFAF-65B3-6390-E0632C4AC9DF}"/>
                </a:ext>
              </a:extLst>
            </p:cNvPr>
            <p:cNvSpPr/>
            <p:nvPr/>
          </p:nvSpPr>
          <p:spPr>
            <a:xfrm>
              <a:off x="6214686" y="3943821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8220804-E480-74D5-2734-60C86F4D3F9D}"/>
                </a:ext>
              </a:extLst>
            </p:cNvPr>
            <p:cNvSpPr/>
            <p:nvPr/>
          </p:nvSpPr>
          <p:spPr>
            <a:xfrm>
              <a:off x="6576409" y="3943821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E11E6F82-B2D8-B17E-4C1A-AC6415BD0537}"/>
                </a:ext>
              </a:extLst>
            </p:cNvPr>
            <p:cNvSpPr/>
            <p:nvPr/>
          </p:nvSpPr>
          <p:spPr>
            <a:xfrm>
              <a:off x="6782049" y="4151382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6A4D28B-39A4-11C5-96B5-D12000C8103A}"/>
                </a:ext>
              </a:extLst>
            </p:cNvPr>
            <p:cNvSpPr/>
            <p:nvPr/>
          </p:nvSpPr>
          <p:spPr>
            <a:xfrm>
              <a:off x="6427138" y="4151382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FC1FA4B-1238-1B58-F4F0-99DF5A034A79}"/>
              </a:ext>
            </a:extLst>
          </p:cNvPr>
          <p:cNvGrpSpPr/>
          <p:nvPr/>
        </p:nvGrpSpPr>
        <p:grpSpPr>
          <a:xfrm>
            <a:off x="5911767" y="5470923"/>
            <a:ext cx="1414002" cy="801369"/>
            <a:chOff x="5911767" y="5470923"/>
            <a:chExt cx="1414002" cy="801369"/>
          </a:xfrm>
        </p:grpSpPr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7FB0E2B9-162F-4CFD-440E-F4D2402157C7}"/>
                </a:ext>
              </a:extLst>
            </p:cNvPr>
            <p:cNvGrpSpPr/>
            <p:nvPr/>
          </p:nvGrpSpPr>
          <p:grpSpPr>
            <a:xfrm>
              <a:off x="5911767" y="6093606"/>
              <a:ext cx="1414002" cy="178686"/>
              <a:chOff x="4501079" y="767907"/>
              <a:chExt cx="1553180" cy="25309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7093AF46-6764-5AC0-D36F-042E23C80B31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7BC2250E-0105-71DD-16B8-9A87E8E493D1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9032800-CB39-6533-7905-4EED1E8159F2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B833E7C0-94FB-AD51-644E-4B04CACDFD1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7CD8A14-7D89-7F9B-D8BD-86919B4E4174}"/>
                </a:ext>
              </a:extLst>
            </p:cNvPr>
            <p:cNvSpPr/>
            <p:nvPr/>
          </p:nvSpPr>
          <p:spPr>
            <a:xfrm>
              <a:off x="6072227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DCB5E2E2-3DAA-AEEB-7AB8-4ECAA4F1665B}"/>
                </a:ext>
              </a:extLst>
            </p:cNvPr>
            <p:cNvSpPr/>
            <p:nvPr/>
          </p:nvSpPr>
          <p:spPr>
            <a:xfrm>
              <a:off x="6399265" y="5470923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44D3BDC-0973-9161-0883-4976BA4F7BF3}"/>
                </a:ext>
              </a:extLst>
            </p:cNvPr>
            <p:cNvSpPr/>
            <p:nvPr/>
          </p:nvSpPr>
          <p:spPr>
            <a:xfrm>
              <a:off x="6214686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F57C452D-132F-F791-90B5-123EFCD2605A}"/>
                </a:ext>
              </a:extLst>
            </p:cNvPr>
            <p:cNvSpPr/>
            <p:nvPr/>
          </p:nvSpPr>
          <p:spPr>
            <a:xfrm>
              <a:off x="6576409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E5707D34-F957-9D0D-BBAE-140869024D91}"/>
                </a:ext>
              </a:extLst>
            </p:cNvPr>
            <p:cNvSpPr/>
            <p:nvPr/>
          </p:nvSpPr>
          <p:spPr>
            <a:xfrm>
              <a:off x="6782049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845DFAD-AD97-2073-6E1E-DFCCCD588A98}"/>
                </a:ext>
              </a:extLst>
            </p:cNvPr>
            <p:cNvSpPr/>
            <p:nvPr/>
          </p:nvSpPr>
          <p:spPr>
            <a:xfrm>
              <a:off x="6427138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77EFD45-E0C0-7FD8-D49B-28D16F636614}"/>
              </a:ext>
            </a:extLst>
          </p:cNvPr>
          <p:cNvGrpSpPr/>
          <p:nvPr/>
        </p:nvGrpSpPr>
        <p:grpSpPr>
          <a:xfrm>
            <a:off x="8157617" y="383449"/>
            <a:ext cx="1414002" cy="1050798"/>
            <a:chOff x="8157617" y="383449"/>
            <a:chExt cx="1414002" cy="1050798"/>
          </a:xfrm>
        </p:grpSpPr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F1C6DAB-1E7F-2476-C7F2-D89DA1725BF6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E5A5FBB-D371-216E-23B7-575238E29535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EAA4034-FACC-36F7-193C-2B2DF5FEBDE4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075ACE10-5829-5A60-D74F-23FCF278848C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6956029-8F86-96D5-C7B4-79C6A3973FD5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F15C39DE-274C-0DAF-1EB7-51F58D7D61D7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84680142-7585-6321-1D77-59696A7B7E71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DEF0CFE-1DB4-4B5D-4F34-E2B593AC8B9B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16D72F0A-67DD-5E34-C22A-021A0E04D4AA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943AEEAD-2D8A-D288-F944-EBA7C7C264E4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B746635F-7A29-5E36-F6C1-61A0227D58A2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DD2F1A6A-E9C9-37F6-859F-3244F098F733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9046F6CB-CF46-69EF-5DE1-7A32BBEAD638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50" name="Plus Sign 149">
              <a:extLst>
                <a:ext uri="{FF2B5EF4-FFF2-40B4-BE49-F238E27FC236}">
                  <a16:creationId xmlns:a16="http://schemas.microsoft.com/office/drawing/2014/main" id="{7F4AE24C-6E2B-3B24-6205-F4626EBA8F26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332F3CD-97D3-9A9F-D4C3-71B469EE4CBC}"/>
              </a:ext>
            </a:extLst>
          </p:cNvPr>
          <p:cNvGrpSpPr/>
          <p:nvPr/>
        </p:nvGrpSpPr>
        <p:grpSpPr>
          <a:xfrm>
            <a:off x="8175232" y="3745427"/>
            <a:ext cx="1414002" cy="1050798"/>
            <a:chOff x="8157617" y="383449"/>
            <a:chExt cx="1414002" cy="1050798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F4251C63-AA79-2B64-4FC4-59EE6A8C7986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A98A966-43DB-044A-0497-2DB2570750E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C4EF5F8A-E19D-3A0D-C8FB-4A546A8D069A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8C834A0-A8C1-7C5E-D5E3-5074800E7B99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D8E739B2-9442-ED02-AB1F-CBA672F02602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B1154779-EDB6-0803-9D19-4214D2438A65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39638146-741B-255D-81B0-93FFE15FD5F4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AAF87CD-EDAC-7C3C-0AF7-402D69B65CB2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A08F4A-67A5-31BC-052D-68FF8AB8A450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BDA84A3B-C25F-D322-4476-3A603769AFB9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A26ACEF3-1EC5-AB24-0BDC-18B8769DDA0F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D6417DFB-9D38-4FE7-950F-147F28FAC812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8DC2BD76-4767-2D7B-F852-89F0E000F954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57" name="Plus Sign 156">
              <a:extLst>
                <a:ext uri="{FF2B5EF4-FFF2-40B4-BE49-F238E27FC236}">
                  <a16:creationId xmlns:a16="http://schemas.microsoft.com/office/drawing/2014/main" id="{CFA02660-D261-9419-80C1-33E2A0A2B6DE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46936925-3CFD-F82D-242D-7844AA514F27}"/>
              </a:ext>
            </a:extLst>
          </p:cNvPr>
          <p:cNvGrpSpPr/>
          <p:nvPr/>
        </p:nvGrpSpPr>
        <p:grpSpPr>
          <a:xfrm>
            <a:off x="8210202" y="2028846"/>
            <a:ext cx="1414002" cy="1050798"/>
            <a:chOff x="8157617" y="383449"/>
            <a:chExt cx="1414002" cy="1050798"/>
          </a:xfrm>
        </p:grpSpPr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A1827D57-3241-3A1F-7569-C6E0CEB28841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C84B1561-9DCE-A9B2-37D1-50303EA5FE33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1A117402-38F2-ECDF-DC17-6B958FC9B3E6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6182D88-22B7-99E6-6FCF-783C42BAC12F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F2B3BD73-F494-8A2C-A620-3DFCD696C2E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7E803CA0-1664-DA76-7EB7-2B6756920849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C05A5AC2-AFCC-E499-CD86-E03738C37DAC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B2CF03-BF94-0BD3-51D8-B89E60D8C148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DB6D6C1-CD90-EFB5-B1F3-5A5A6FD86283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93734E53-7984-BF78-850E-67035097D466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1E00777-2D8D-4312-E34A-8B58B72ED16C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3EA0A679-B3E2-1D70-F4E7-5EECD8B1D185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D1A9D7C0-DF80-88D5-0AE2-9203139E0D81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72" name="Plus Sign 171">
              <a:extLst>
                <a:ext uri="{FF2B5EF4-FFF2-40B4-BE49-F238E27FC236}">
                  <a16:creationId xmlns:a16="http://schemas.microsoft.com/office/drawing/2014/main" id="{D25ACDA0-97E1-71A3-E8FF-EAC729974A1B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4481705B-1BA6-365C-AAE8-BEFBE69F56A4}"/>
              </a:ext>
            </a:extLst>
          </p:cNvPr>
          <p:cNvGrpSpPr/>
          <p:nvPr/>
        </p:nvGrpSpPr>
        <p:grpSpPr>
          <a:xfrm>
            <a:off x="8217901" y="5379330"/>
            <a:ext cx="1414002" cy="1050798"/>
            <a:chOff x="8157617" y="383449"/>
            <a:chExt cx="1414002" cy="1050798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DFCF7DA0-A852-651A-8E9E-D65A9169DE62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B58E789C-65D7-C2A3-4760-52482286939E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3A2DB76-B462-C985-819C-23DF3383E7FE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86EEBFD0-A1EB-504D-1D95-B7DE3AC3E0DD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D33B0216-9672-80EC-9D3E-367CA11B9537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E45DC2C3-3AD4-812C-D76D-AE27203E5C9D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084989D4-8B26-6472-17C1-BD01F08E894C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4AD1E2FE-F138-84C6-3338-A136D75EEA3D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BB6FE2E3-7BDC-52B1-3BD5-1AAF3283B0D5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7BEF442-530A-E8B8-FEEB-0CB354146EF6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88970568-E43F-0B7D-4014-45E188FDDB5F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9C7013F4-F15F-32DC-0828-C925527B83E5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C1F9FD51-B3FA-F0E0-D8F6-973309694CBE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87" name="Plus Sign 186">
              <a:extLst>
                <a:ext uri="{FF2B5EF4-FFF2-40B4-BE49-F238E27FC236}">
                  <a16:creationId xmlns:a16="http://schemas.microsoft.com/office/drawing/2014/main" id="{42CDD738-7139-6D90-3BD8-2E2E6D65192E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D6B0AFC-87CE-3821-BED9-60928D1799B9}"/>
              </a:ext>
            </a:extLst>
          </p:cNvPr>
          <p:cNvGrpSpPr/>
          <p:nvPr/>
        </p:nvGrpSpPr>
        <p:grpSpPr>
          <a:xfrm>
            <a:off x="5421245" y="143745"/>
            <a:ext cx="300699" cy="1504991"/>
            <a:chOff x="5112328" y="283523"/>
            <a:chExt cx="300699" cy="1794164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4347AE24-DB01-2AB8-4D34-1C507CDCCCAF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Arrow: Right 199">
              <a:extLst>
                <a:ext uri="{FF2B5EF4-FFF2-40B4-BE49-F238E27FC236}">
                  <a16:creationId xmlns:a16="http://schemas.microsoft.com/office/drawing/2014/main" id="{74D998B3-EE8F-7273-13D9-BE4BA80D6C92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3752B51D-B3B7-254B-33F0-2DD3E31E3256}"/>
              </a:ext>
            </a:extLst>
          </p:cNvPr>
          <p:cNvGrpSpPr/>
          <p:nvPr/>
        </p:nvGrpSpPr>
        <p:grpSpPr>
          <a:xfrm>
            <a:off x="7672428" y="105072"/>
            <a:ext cx="300699" cy="1504991"/>
            <a:chOff x="5112328" y="283523"/>
            <a:chExt cx="300699" cy="1794164"/>
          </a:xfrm>
        </p:grpSpPr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E54C5934-510B-0470-1C26-4AF1FDB0F05A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Arrow: Right 202">
              <a:extLst>
                <a:ext uri="{FF2B5EF4-FFF2-40B4-BE49-F238E27FC236}">
                  <a16:creationId xmlns:a16="http://schemas.microsoft.com/office/drawing/2014/main" id="{88735BFD-50A9-FBFB-2EB5-565768AAB03D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434C254F-58F6-1718-882A-88AC9C6CCD98}"/>
              </a:ext>
            </a:extLst>
          </p:cNvPr>
          <p:cNvGrpSpPr/>
          <p:nvPr/>
        </p:nvGrpSpPr>
        <p:grpSpPr>
          <a:xfrm>
            <a:off x="7672428" y="1768306"/>
            <a:ext cx="300699" cy="1504991"/>
            <a:chOff x="5112328" y="283523"/>
            <a:chExt cx="300699" cy="1794164"/>
          </a:xfrm>
        </p:grpSpPr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E1FF310-B192-64A2-3209-55A04B3526FD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Arrow: Right 205">
              <a:extLst>
                <a:ext uri="{FF2B5EF4-FFF2-40B4-BE49-F238E27FC236}">
                  <a16:creationId xmlns:a16="http://schemas.microsoft.com/office/drawing/2014/main" id="{015A70A1-2A6C-71E8-E66D-FBA10A600779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EBFB8A1-8F2A-FC47-D348-4ED6CF17ED8D}"/>
              </a:ext>
            </a:extLst>
          </p:cNvPr>
          <p:cNvGrpSpPr/>
          <p:nvPr/>
        </p:nvGrpSpPr>
        <p:grpSpPr>
          <a:xfrm>
            <a:off x="7672428" y="3468664"/>
            <a:ext cx="300699" cy="1504991"/>
            <a:chOff x="5112328" y="283523"/>
            <a:chExt cx="300699" cy="1794164"/>
          </a:xfrm>
        </p:grpSpPr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1D3E306E-56CC-18BA-59E8-C9298D665E5F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Arrow: Right 208">
              <a:extLst>
                <a:ext uri="{FF2B5EF4-FFF2-40B4-BE49-F238E27FC236}">
                  <a16:creationId xmlns:a16="http://schemas.microsoft.com/office/drawing/2014/main" id="{7FDCD48E-035D-A783-85C1-F994E62C53A3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DFA2E90E-017E-C1B8-01C0-63B26BD4C06A}"/>
              </a:ext>
            </a:extLst>
          </p:cNvPr>
          <p:cNvGrpSpPr/>
          <p:nvPr/>
        </p:nvGrpSpPr>
        <p:grpSpPr>
          <a:xfrm>
            <a:off x="5421245" y="5155714"/>
            <a:ext cx="300699" cy="1504991"/>
            <a:chOff x="5112328" y="283523"/>
            <a:chExt cx="300699" cy="1794164"/>
          </a:xfrm>
        </p:grpSpPr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F78D2A20-B810-7358-9AAE-CE80CDDFF891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Arrow: Right 211">
              <a:extLst>
                <a:ext uri="{FF2B5EF4-FFF2-40B4-BE49-F238E27FC236}">
                  <a16:creationId xmlns:a16="http://schemas.microsoft.com/office/drawing/2014/main" id="{582A20B5-2774-FBED-20AE-439A52A7D902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5398A9F2-E7A6-C43D-8530-8CA2F8D2FEAD}"/>
              </a:ext>
            </a:extLst>
          </p:cNvPr>
          <p:cNvGrpSpPr/>
          <p:nvPr/>
        </p:nvGrpSpPr>
        <p:grpSpPr>
          <a:xfrm>
            <a:off x="5421245" y="3468664"/>
            <a:ext cx="300699" cy="1504991"/>
            <a:chOff x="5112328" y="283523"/>
            <a:chExt cx="300699" cy="1794164"/>
          </a:xfrm>
        </p:grpSpPr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06FE15B-8F3E-82D6-4AC2-018E0C2D5BD2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Arrow: Right 214">
              <a:extLst>
                <a:ext uri="{FF2B5EF4-FFF2-40B4-BE49-F238E27FC236}">
                  <a16:creationId xmlns:a16="http://schemas.microsoft.com/office/drawing/2014/main" id="{A5B187DB-BEB8-FBCF-B091-CC4BC7FA3359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5CDEBCD-13B7-1E86-E2F7-326B7C927C82}"/>
              </a:ext>
            </a:extLst>
          </p:cNvPr>
          <p:cNvGrpSpPr/>
          <p:nvPr/>
        </p:nvGrpSpPr>
        <p:grpSpPr>
          <a:xfrm>
            <a:off x="5421245" y="1782621"/>
            <a:ext cx="300699" cy="1504991"/>
            <a:chOff x="5112328" y="283523"/>
            <a:chExt cx="300699" cy="1794164"/>
          </a:xfrm>
        </p:grpSpPr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97E5210C-643A-F5AA-F0F4-7642F0E0DE7D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Arrow: Right 217">
              <a:extLst>
                <a:ext uri="{FF2B5EF4-FFF2-40B4-BE49-F238E27FC236}">
                  <a16:creationId xmlns:a16="http://schemas.microsoft.com/office/drawing/2014/main" id="{12534E74-E661-7BA6-A268-4A61328D27B1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C608797-EFC0-15DC-EDD3-10B2D58B6CA0}"/>
              </a:ext>
            </a:extLst>
          </p:cNvPr>
          <p:cNvGrpSpPr/>
          <p:nvPr/>
        </p:nvGrpSpPr>
        <p:grpSpPr>
          <a:xfrm>
            <a:off x="7672428" y="5118967"/>
            <a:ext cx="300699" cy="1504991"/>
            <a:chOff x="5112328" y="283523"/>
            <a:chExt cx="300699" cy="1794164"/>
          </a:xfrm>
        </p:grpSpPr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CCE18BBB-62CE-6500-E79F-C6D1BFF7D692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Arrow: Right 220">
              <a:extLst>
                <a:ext uri="{FF2B5EF4-FFF2-40B4-BE49-F238E27FC236}">
                  <a16:creationId xmlns:a16="http://schemas.microsoft.com/office/drawing/2014/main" id="{BC4014DF-446A-A922-FCC9-08B802A6BCDD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3077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ynamics 365">
  <a:themeElements>
    <a:clrScheme name="Dynamics365">
      <a:dk1>
        <a:srgbClr val="3C3C41"/>
      </a:dk1>
      <a:lt1>
        <a:srgbClr val="FFFFFF"/>
      </a:lt1>
      <a:dk2>
        <a:srgbClr val="008272"/>
      </a:dk2>
      <a:lt2>
        <a:srgbClr val="FFFFFF"/>
      </a:lt2>
      <a:accent1>
        <a:srgbClr val="EBEBEB"/>
      </a:accent1>
      <a:accent2>
        <a:srgbClr val="75757A"/>
      </a:accent2>
      <a:accent3>
        <a:srgbClr val="3C3C41"/>
      </a:accent3>
      <a:accent4>
        <a:srgbClr val="008272"/>
      </a:accent4>
      <a:accent5>
        <a:srgbClr val="30E5D0"/>
      </a:accent5>
      <a:accent6>
        <a:srgbClr val="FEF000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ynamics_365_PowerPoint_template.potx" id="{5B1C8271-5C5B-4F46-BDAD-84018ABA82ED}" vid="{DE1CA0EB-4D22-4944-832E-57EDA19DEC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180</Words>
  <Application>Microsoft Office PowerPoint</Application>
  <PresentationFormat>Widescreen</PresentationFormat>
  <Paragraphs>75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Segoe UI</vt:lpstr>
      <vt:lpstr>Segoe UI Semibold</vt:lpstr>
      <vt:lpstr>Wingdings</vt:lpstr>
      <vt:lpstr>Office Theme</vt:lpstr>
      <vt:lpstr>Dynamics 365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Eva Dupont</dc:creator>
  <cp:lastModifiedBy>Eva Dupont (DK)</cp:lastModifiedBy>
  <cp:revision>4</cp:revision>
  <dcterms:created xsi:type="dcterms:W3CDTF">2021-11-29T11:12:18Z</dcterms:created>
  <dcterms:modified xsi:type="dcterms:W3CDTF">2025-11-27T16:41:43Z</dcterms:modified>
</cp:coreProperties>
</file>