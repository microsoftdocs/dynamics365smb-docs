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4551" r:id="rId2"/>
  </p:sldMasterIdLst>
  <p:notesMasterIdLst>
    <p:notesMasterId r:id="rId6"/>
  </p:notesMasterIdLst>
  <p:sldIdLst>
    <p:sldId id="261" r:id="rId3"/>
    <p:sldId id="263" r:id="rId4"/>
    <p:sldId id="262" r:id="rId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usiness Central" id="{C9F6BE02-6E83-4382-964F-34FAED81A658}">
          <p14:sldIdLst>
            <p14:sldId id="261"/>
            <p14:sldId id="263"/>
          </p14:sldIdLst>
        </p14:section>
        <p14:section name="Guidance hub" id="{B85A0647-D818-4B26-A3CA-FCBF3A2E824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E5D0"/>
    <a:srgbClr val="00B7C3"/>
    <a:srgbClr val="D9F0F2"/>
    <a:srgbClr val="008272"/>
    <a:srgbClr val="00B4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76" d="100"/>
          <a:sy n="76" d="100"/>
        </p:scale>
        <p:origin x="64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1F9CDD-9F43-4CBA-BF61-57BAC3551753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7941A1-3B0E-4CAD-A4AE-C5C7FF18394B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9479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E07DE-24DF-42C5-BAA1-99BA55E01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EEC632-B285-4AD0-8F6A-6B02EBEE9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8168A-985F-433B-8FE6-F52BB29DB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DB3EB-5EDD-46F7-9DF4-E700D201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4AE8-C1B0-44A3-A081-37103A3DE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25591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84D5-523E-4152-B857-17DFD586F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4E129-5E7B-4481-864A-CAA8E83D8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EF212-9A49-4CC2-8B29-3CCEC2994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1B242-72F2-46DF-AAE5-A9DA0145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3ED27-1802-4808-875A-7C303B7D9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85637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E082C-C20A-4BC9-A3F2-2875EA59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68CE6-C941-469C-98EA-A5BD43A2D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F5D68-E582-4D32-AA95-AF0CDDB63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010E5-9173-480B-9F1F-C5C7ACBC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A97B6-ECBE-4DB9-9002-C81D110B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49068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A5D5C-FE49-4C6E-8207-63133B83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7856B-038F-4316-8D6D-DE4B65DCB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3770B6-252D-4159-B964-506526C53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CB469-6DD5-4F7D-9576-0356BB975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ADECE-6B35-4125-B1E2-F016D617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7BA2A8-1B76-40D7-8B28-72441EE6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742767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0DCD-5B82-4D83-82B2-8D633CBA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80799-D573-4589-B1D3-E6AD59BB0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E6B9E-9E15-4E46-BB9F-58F612AC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4A7E2-F84B-45F7-B828-DDFF794CB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D88C51-652C-40C0-8E14-13D134B180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2C923-328A-438D-96A3-44AE2A184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A4F1A2-4CC5-40DA-9A53-FF31F0D7A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3CF07-E2D0-44B5-A0E6-439C33C62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0606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BDEB-9814-498F-AD5D-0173E76C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D921D-E44C-41D7-98F9-00C5BC151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70EB2-4A6F-4259-ADBE-F2CFE6622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BDD240-1CC1-4497-A3C8-0FF3AD591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29324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168F50-5E84-4744-A8FD-310F9E620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1DA80-031F-49AB-B078-86728AC90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2CCA3-911C-4D3E-BFF4-9ED195B1B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09796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0C34C-EC48-4885-8D87-CCBEABBA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DE064-6718-432B-BADC-304AD0DEF4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35ED11-5436-4970-BEED-A85E489A8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70FED-9059-45E3-B7D1-9DAFF9CCC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FD4DD2-246D-402D-B363-DACC09200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A15150-7678-4C44-BE76-FFF294F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2115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CDAD5-5422-446D-BF30-C0E7C95F5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AF05C5-8114-4186-BF09-06684253A5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D2C4B-F688-4135-9DB7-7612547FF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66DFA-C1FB-477A-A4D8-77769B5B1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A228CE-9E4B-4E74-900A-D564144C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0F753-1019-4DC8-B97D-5B9C9457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6441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0D43-795A-4C49-8A10-2A2BB2DA6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8F8E44-C9FC-44ED-A307-9FE96B4E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4F970-4812-4138-8A65-4FB7746AF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6B3C0E-C7F8-4E60-B97C-93EF85945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8D33-B12F-424D-B5DA-6D62132F6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32726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6DB40F-964F-4B4E-B401-A6A0176E56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B1C8D-C441-4C43-8242-B0DB6496C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3F2C6-FCC5-42D1-9DEE-286814F2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B8FCE4-9FFC-4FB4-A34A-F5484678F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88949-AAD1-41A2-A79D-AAEA15EEC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973131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995" y="620428"/>
            <a:ext cx="11306469" cy="403137"/>
          </a:xfrm>
        </p:spPr>
        <p:txBody>
          <a:bodyPr wrap="square" lIns="0" tIns="0" rIns="0" bIns="0">
            <a:spAutoFit/>
          </a:bodyPr>
          <a:lstStyle>
            <a:lvl1pPr>
              <a:lnSpc>
                <a:spcPts val="3137"/>
              </a:lnSpc>
              <a:defRPr sz="2745" strike="noStrik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4" name="Footer Placeholder 14">
            <a:extLst>
              <a:ext uri="{FF2B5EF4-FFF2-40B4-BE49-F238E27FC236}">
                <a16:creationId xmlns:a16="http://schemas.microsoft.com/office/drawing/2014/main" id="{1828F2BE-04D0-4952-849E-6909AD3A60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1838" y="6450194"/>
            <a:ext cx="11586711" cy="118296"/>
          </a:xfrm>
          <a:prstGeom prst="rect">
            <a:avLst/>
          </a:prstGeom>
        </p:spPr>
        <p:txBody>
          <a:bodyPr vert="horz" lIns="91440" tIns="45720" rIns="91440" bIns="45720" numCol="2" rtlCol="0" anchor="ctr"/>
          <a:lstStyle>
            <a:lvl1pPr algn="l">
              <a:defRPr sz="6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© Microsoft Corporation                                                                                  								                      Dynamics 365 </a:t>
            </a:r>
          </a:p>
        </p:txBody>
      </p:sp>
    </p:spTree>
    <p:extLst>
      <p:ext uri="{BB962C8B-B14F-4D97-AF65-F5344CB8AC3E}">
        <p14:creationId xmlns:p14="http://schemas.microsoft.com/office/powerpoint/2010/main" val="410718743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618E3A-D2A5-4F9B-8F1C-DBEB6710E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CC492-97A2-43D5-8125-A7C6A3A2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512DB-39EE-401C-90EE-97FE735F54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D4F65-00CB-47A6-A36C-DC88716242B1}" type="datetimeFigureOut">
              <a:rPr lang="en-DK" smtClean="0"/>
              <a:t>28/11/2025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EBB37-5FEB-4D60-AC7A-772872314A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24979-D694-4D61-9473-18AFEE76D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94951A-7BB3-4396-9BBC-E819D773E9D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56903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5994" y="556381"/>
            <a:ext cx="11306469" cy="813819"/>
          </a:xfrm>
          <a:prstGeom prst="rect">
            <a:avLst/>
          </a:prstGeom>
        </p:spPr>
        <p:txBody>
          <a:bodyPr vert="horz" wrap="square" lIns="0" tIns="91440" rIns="146304" bIns="91440" rtlCol="0" anchor="t">
            <a:noAutofit/>
          </a:bodyPr>
          <a:lstStyle/>
          <a:p>
            <a:r>
              <a:rPr lang="en-US" dirty="0"/>
              <a:t>Heading Segoe UI </a:t>
            </a:r>
            <a:r>
              <a:rPr lang="en-US" dirty="0" err="1"/>
              <a:t>Semibold</a:t>
            </a:r>
            <a:r>
              <a:rPr lang="en-US" dirty="0"/>
              <a:t> 28/32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55994" y="1817559"/>
            <a:ext cx="11306469" cy="2369880"/>
          </a:xfrm>
          <a:prstGeom prst="rect">
            <a:avLst/>
          </a:prstGeom>
        </p:spPr>
        <p:txBody>
          <a:bodyPr vert="horz" wrap="square" lIns="0" tIns="91440" rIns="146304" bIns="91440" rtlCol="0">
            <a:spAutoFit/>
          </a:bodyPr>
          <a:lstStyle/>
          <a:p>
            <a:pPr lvl="0"/>
            <a:r>
              <a:rPr lang="en-US" dirty="0"/>
              <a:t>H2 Segoe UI </a:t>
            </a:r>
            <a:r>
              <a:rPr lang="en-US" dirty="0" err="1"/>
              <a:t>Semibold</a:t>
            </a:r>
            <a:r>
              <a:rPr lang="en-US" dirty="0"/>
              <a:t> 20/24</a:t>
            </a:r>
          </a:p>
          <a:p>
            <a:pPr lvl="1"/>
            <a:r>
              <a:rPr lang="en-US" dirty="0"/>
              <a:t>B1 Segoe UI Regular 20/24 </a:t>
            </a:r>
          </a:p>
          <a:p>
            <a:pPr lvl="1"/>
            <a:endParaRPr lang="en-US" dirty="0"/>
          </a:p>
          <a:p>
            <a:pPr lvl="2"/>
            <a:r>
              <a:rPr lang="en-US" dirty="0"/>
              <a:t>H3 Segoe UI </a:t>
            </a:r>
            <a:r>
              <a:rPr lang="en-US" dirty="0" err="1"/>
              <a:t>Semibold</a:t>
            </a:r>
            <a:r>
              <a:rPr lang="en-US" dirty="0"/>
              <a:t> 14/18</a:t>
            </a:r>
          </a:p>
          <a:p>
            <a:pPr lvl="3"/>
            <a:r>
              <a:rPr lang="en-US" dirty="0"/>
              <a:t>B2 Segoe UI Regular 14/18</a:t>
            </a:r>
          </a:p>
          <a:p>
            <a:pPr lvl="3"/>
            <a:endParaRPr lang="en-US" dirty="0"/>
          </a:p>
          <a:p>
            <a:pPr lvl="4"/>
            <a:r>
              <a:rPr lang="en-US" dirty="0"/>
              <a:t>H4 Segoe UI Bold 10/12</a:t>
            </a:r>
          </a:p>
          <a:p>
            <a:pPr lvl="6"/>
            <a:r>
              <a:rPr lang="en-US" dirty="0"/>
              <a:t>B3 Segoe UI Regular 10/12</a:t>
            </a:r>
          </a:p>
        </p:txBody>
      </p:sp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293068" y="0"/>
            <a:ext cx="669495" cy="6858000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99A560D-F2FE-428C-A24D-30E7600CC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1838" y="6450194"/>
            <a:ext cx="11586711" cy="118296"/>
          </a:xfrm>
          <a:prstGeom prst="rect">
            <a:avLst/>
          </a:prstGeom>
        </p:spPr>
        <p:txBody>
          <a:bodyPr vert="horz" lIns="91440" tIns="45720" rIns="91440" bIns="45720" numCol="2" rtlCol="0" anchor="ctr"/>
          <a:lstStyle>
            <a:lvl1pPr algn="l">
              <a:defRPr sz="6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© Microsoft Corporation                                                                                  								                      Dynamics 365 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62" r:id="rId1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22" userDrawn="1">
          <p15:clr>
            <a:srgbClr val="C35EA4"/>
          </p15:clr>
        </p15:guide>
        <p15:guide id="32" pos="1498" userDrawn="1">
          <p15:clr>
            <a:srgbClr val="C35EA4"/>
          </p15:clr>
        </p15:guide>
        <p15:guide id="33" pos="2569" userDrawn="1">
          <p15:clr>
            <a:srgbClr val="C35EA4"/>
          </p15:clr>
        </p15:guide>
        <p15:guide id="34" pos="2711" userDrawn="1">
          <p15:clr>
            <a:srgbClr val="C35EA4"/>
          </p15:clr>
        </p15:guide>
        <p15:guide id="35" pos="3778" userDrawn="1">
          <p15:clr>
            <a:srgbClr val="C35EA4"/>
          </p15:clr>
        </p15:guide>
        <p15:guide id="36" pos="3924" userDrawn="1">
          <p15:clr>
            <a:srgbClr val="C35EA4"/>
          </p15:clr>
        </p15:guide>
        <p15:guide id="37" pos="4983" userDrawn="1">
          <p15:clr>
            <a:srgbClr val="C35EA4"/>
          </p15:clr>
        </p15:guide>
        <p15:guide id="38" pos="5127" userDrawn="1">
          <p15:clr>
            <a:srgbClr val="C35EA4"/>
          </p15:clr>
        </p15:guide>
        <p15:guide id="39" pos="6199" userDrawn="1">
          <p15:clr>
            <a:srgbClr val="C35EA4"/>
          </p15:clr>
        </p15:guide>
        <p15:guide id="40" pos="6342" userDrawn="1">
          <p15:clr>
            <a:srgbClr val="C35EA4"/>
          </p15:clr>
        </p15:guide>
        <p15:guide id="41" pos="287" userDrawn="1">
          <p15:clr>
            <a:srgbClr val="F26B43"/>
          </p15:clr>
        </p15:guide>
        <p15:guide id="42" pos="7416" userDrawn="1">
          <p15:clr>
            <a:srgbClr val="F26B43"/>
          </p15:clr>
        </p15:guide>
        <p15:guide id="43" orient="horz" pos="736" userDrawn="1">
          <p15:clr>
            <a:srgbClr val="5ACBF0"/>
          </p15:clr>
        </p15:guide>
        <p15:guide id="44" orient="horz" pos="1360" userDrawn="1">
          <p15:clr>
            <a:srgbClr val="5ACBF0"/>
          </p15:clr>
        </p15:guide>
        <p15:guide id="45" orient="horz" pos="593" userDrawn="1">
          <p15:clr>
            <a:srgbClr val="5ACBF0"/>
          </p15:clr>
        </p15:guide>
        <p15:guide id="46" orient="horz" pos="1484" userDrawn="1">
          <p15:clr>
            <a:srgbClr val="5ACBF0"/>
          </p15:clr>
        </p15:guide>
        <p15:guide id="47" orient="horz" pos="2088" userDrawn="1">
          <p15:clr>
            <a:srgbClr val="5ACBF0"/>
          </p15:clr>
        </p15:guide>
        <p15:guide id="48" orient="horz" pos="2254" userDrawn="1">
          <p15:clr>
            <a:srgbClr val="5ACBF0"/>
          </p15:clr>
        </p15:guide>
        <p15:guide id="49" orient="horz" pos="277" userDrawn="1">
          <p15:clr>
            <a:srgbClr val="F26B43"/>
          </p15:clr>
        </p15:guide>
        <p15:guide id="50" orient="horz" pos="4040" userDrawn="1">
          <p15:clr>
            <a:srgbClr val="F26B43"/>
          </p15:clr>
        </p15:guide>
        <p15:guide id="51" orient="horz" pos="2835" userDrawn="1">
          <p15:clr>
            <a:srgbClr val="5ACBF0"/>
          </p15:clr>
        </p15:guide>
        <p15:guide id="52" orient="horz" pos="2960" userDrawn="1">
          <p15:clr>
            <a:srgbClr val="5ACBF0"/>
          </p15:clr>
        </p15:guide>
        <p15:guide id="53" orient="horz" pos="3572" userDrawn="1">
          <p15:clr>
            <a:srgbClr val="5ACBF0"/>
          </p15:clr>
        </p15:guide>
        <p15:guide id="54" orient="horz" pos="3690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3C0A3C3-0737-9EAC-A407-2A3CFDB785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3265682"/>
              </p:ext>
            </p:extLst>
          </p:nvPr>
        </p:nvGraphicFramePr>
        <p:xfrm>
          <a:off x="1816100" y="51116"/>
          <a:ext cx="8343902" cy="6701812"/>
        </p:xfrm>
        <a:graphic>
          <a:graphicData uri="http://schemas.openxmlformats.org/drawingml/2006/table">
            <a:tbl>
              <a:tblPr bandRow="1">
                <a:tableStyleId>{F2DE63D5-997A-4646-A377-4702673A728D}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3605010844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342564244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1881114515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2737513740"/>
                    </a:ext>
                  </a:extLst>
                </a:gridCol>
              </a:tblGrid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74059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534023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090356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07728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8655DEE-4C0C-E0C8-BDC7-DCEAF3945D7C}"/>
              </a:ext>
            </a:extLst>
          </p:cNvPr>
          <p:cNvSpPr txBox="1"/>
          <p:nvPr/>
        </p:nvSpPr>
        <p:spPr>
          <a:xfrm>
            <a:off x="3297538" y="83007"/>
            <a:ext cx="2068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07ADC-6814-577F-7F7A-34AF9AA98882}"/>
              </a:ext>
            </a:extLst>
          </p:cNvPr>
          <p:cNvSpPr txBox="1"/>
          <p:nvPr/>
        </p:nvSpPr>
        <p:spPr>
          <a:xfrm>
            <a:off x="3678523" y="1440910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AC17DA-3200-5988-7F16-31DACD8B88BA}"/>
              </a:ext>
            </a:extLst>
          </p:cNvPr>
          <p:cNvSpPr txBox="1"/>
          <p:nvPr/>
        </p:nvSpPr>
        <p:spPr>
          <a:xfrm>
            <a:off x="3478993" y="1772086"/>
            <a:ext cx="1653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CDCD8-4A69-322F-DB7F-4A6B55078543}"/>
              </a:ext>
            </a:extLst>
          </p:cNvPr>
          <p:cNvSpPr txBox="1"/>
          <p:nvPr/>
        </p:nvSpPr>
        <p:spPr>
          <a:xfrm>
            <a:off x="3472315" y="3483774"/>
            <a:ext cx="1747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0C19AF-CF5E-3417-245F-320EF453162A}"/>
              </a:ext>
            </a:extLst>
          </p:cNvPr>
          <p:cNvSpPr txBox="1"/>
          <p:nvPr/>
        </p:nvSpPr>
        <p:spPr>
          <a:xfrm>
            <a:off x="3490829" y="5100918"/>
            <a:ext cx="16487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39BD99-2456-9C38-C737-8156E9B988EE}"/>
              </a:ext>
            </a:extLst>
          </p:cNvPr>
          <p:cNvSpPr txBox="1"/>
          <p:nvPr/>
        </p:nvSpPr>
        <p:spPr>
          <a:xfrm>
            <a:off x="3656845" y="3165816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FE5B7-70CF-D868-E012-F398EB31CF1C}"/>
              </a:ext>
            </a:extLst>
          </p:cNvPr>
          <p:cNvSpPr txBox="1"/>
          <p:nvPr/>
        </p:nvSpPr>
        <p:spPr>
          <a:xfrm>
            <a:off x="3626362" y="4774633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8B6E7A-2160-98C4-E513-C6EB2F5FBE72}"/>
              </a:ext>
            </a:extLst>
          </p:cNvPr>
          <p:cNvSpPr txBox="1"/>
          <p:nvPr/>
        </p:nvSpPr>
        <p:spPr>
          <a:xfrm>
            <a:off x="3604196" y="6434925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34ACAE-F01C-4AAC-E2A3-58597FF70593}"/>
              </a:ext>
            </a:extLst>
          </p:cNvPr>
          <p:cNvSpPr txBox="1"/>
          <p:nvPr/>
        </p:nvSpPr>
        <p:spPr>
          <a:xfrm>
            <a:off x="5603176" y="889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A4CDBA-8FF9-00CD-15D7-ED1DD538D15A}"/>
              </a:ext>
            </a:extLst>
          </p:cNvPr>
          <p:cNvSpPr txBox="1"/>
          <p:nvPr/>
        </p:nvSpPr>
        <p:spPr>
          <a:xfrm>
            <a:off x="5628806" y="1768306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B9380A-2349-800E-714D-6DCB58DEFDD9}"/>
              </a:ext>
            </a:extLst>
          </p:cNvPr>
          <p:cNvSpPr txBox="1"/>
          <p:nvPr/>
        </p:nvSpPr>
        <p:spPr>
          <a:xfrm>
            <a:off x="5661772" y="3462010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751B9D-990C-09E6-3F72-F578ECE8EC49}"/>
              </a:ext>
            </a:extLst>
          </p:cNvPr>
          <p:cNvSpPr txBox="1"/>
          <p:nvPr/>
        </p:nvSpPr>
        <p:spPr>
          <a:xfrm>
            <a:off x="5628806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286F77-8296-19CB-BAE5-F8FFE45870F0}"/>
              </a:ext>
            </a:extLst>
          </p:cNvPr>
          <p:cNvSpPr txBox="1"/>
          <p:nvPr/>
        </p:nvSpPr>
        <p:spPr>
          <a:xfrm>
            <a:off x="7881588" y="105072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5EED6C-8435-3251-AB55-AFFFC31FF44A}"/>
              </a:ext>
            </a:extLst>
          </p:cNvPr>
          <p:cNvSpPr txBox="1"/>
          <p:nvPr/>
        </p:nvSpPr>
        <p:spPr>
          <a:xfrm>
            <a:off x="7984435" y="1743758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70628-A028-4D84-FCA1-1562B6FF3F98}"/>
              </a:ext>
            </a:extLst>
          </p:cNvPr>
          <p:cNvSpPr txBox="1"/>
          <p:nvPr/>
        </p:nvSpPr>
        <p:spPr>
          <a:xfrm>
            <a:off x="7992881" y="3468664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4D68D6-9073-5685-7D20-C8826DB4C0C8}"/>
              </a:ext>
            </a:extLst>
          </p:cNvPr>
          <p:cNvSpPr txBox="1"/>
          <p:nvPr/>
        </p:nvSpPr>
        <p:spPr>
          <a:xfrm>
            <a:off x="7960207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CB9D08-5838-BC59-9EEC-FEBC2DE9D1E8}"/>
              </a:ext>
            </a:extLst>
          </p:cNvPr>
          <p:cNvSpPr txBox="1"/>
          <p:nvPr/>
        </p:nvSpPr>
        <p:spPr>
          <a:xfrm>
            <a:off x="7909431" y="143907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4C8C26-4C0E-E547-8317-C9A572DC348D}"/>
              </a:ext>
            </a:extLst>
          </p:cNvPr>
          <p:cNvSpPr txBox="1"/>
          <p:nvPr/>
        </p:nvSpPr>
        <p:spPr>
          <a:xfrm>
            <a:off x="7992881" y="4774633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E27DFC-06A8-92F8-290F-909A182215B2}"/>
              </a:ext>
            </a:extLst>
          </p:cNvPr>
          <p:cNvSpPr txBox="1"/>
          <p:nvPr/>
        </p:nvSpPr>
        <p:spPr>
          <a:xfrm>
            <a:off x="7984435" y="3120911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8513C3-1514-C0AC-DEA9-04F344F813CE}"/>
              </a:ext>
            </a:extLst>
          </p:cNvPr>
          <p:cNvSpPr txBox="1"/>
          <p:nvPr/>
        </p:nvSpPr>
        <p:spPr>
          <a:xfrm>
            <a:off x="7984435" y="64228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FD6F8-9DD6-0F4F-9884-7C1433321B03}"/>
              </a:ext>
            </a:extLst>
          </p:cNvPr>
          <p:cNvGrpSpPr/>
          <p:nvPr/>
        </p:nvGrpSpPr>
        <p:grpSpPr>
          <a:xfrm>
            <a:off x="3731432" y="344847"/>
            <a:ext cx="1268420" cy="1052499"/>
            <a:chOff x="3302552" y="490142"/>
            <a:chExt cx="1553180" cy="1404989"/>
          </a:xfrm>
        </p:grpSpPr>
        <p:sp>
          <p:nvSpPr>
            <p:cNvPr id="25" name="Plus Sign 24">
              <a:extLst>
                <a:ext uri="{FF2B5EF4-FFF2-40B4-BE49-F238E27FC236}">
                  <a16:creationId xmlns:a16="http://schemas.microsoft.com/office/drawing/2014/main" id="{ED50C8E1-C70F-4EF5-54AE-C77F670DF151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327444E-359C-7EA5-CA3D-56FBA70BFCD3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992A9D3D-E0DF-E903-D5ED-7093B3EE829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7E199CA-29C5-DED1-6443-701651E8B2AD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F42A3F7-6DBE-B640-7B73-6F7E0B6BADB8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778E409-4493-35DE-C748-FB0F46E3069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592D330-F45E-E9CD-DB4A-8344FA46967A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2DD630-B644-2E22-1EEE-D23445B711DD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331B821-26BD-082E-84C2-6741E6317B90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5FF37771-C5F9-0277-6C37-4A57A6F0C3C6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95665C5-E8B8-C3F3-90F6-C2D00F5D08B2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B0E73C-EA4C-135D-2F3E-23A2FDBC5783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E378752-18FC-54FC-8A12-6DE436C98DF5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D431B5-614C-E30B-899B-3A3211D032E5}"/>
              </a:ext>
            </a:extLst>
          </p:cNvPr>
          <p:cNvGrpSpPr/>
          <p:nvPr/>
        </p:nvGrpSpPr>
        <p:grpSpPr>
          <a:xfrm>
            <a:off x="3705802" y="2029916"/>
            <a:ext cx="1268420" cy="1052499"/>
            <a:chOff x="3302552" y="490142"/>
            <a:chExt cx="1553180" cy="1404989"/>
          </a:xfrm>
        </p:grpSpPr>
        <p:sp>
          <p:nvSpPr>
            <p:cNvPr id="39" name="Plus Sign 38">
              <a:extLst>
                <a:ext uri="{FF2B5EF4-FFF2-40B4-BE49-F238E27FC236}">
                  <a16:creationId xmlns:a16="http://schemas.microsoft.com/office/drawing/2014/main" id="{E233578D-10F9-9E3B-44D5-238DAA9BFE6A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40D9B49-7BCB-5214-9167-008B031F03E2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676C91A-E4E3-A1CF-D297-B9C4A63346F0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A6149F1-7563-D28E-9945-EEFBB78B05CF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0A90676-AE0F-2C62-50B4-B60FC70C45F9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6F71C2F-E275-5308-126A-27CC30F49BB9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E9F62049-FFDF-C8F6-2C90-AA36B11DFC5A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19E037E-4B6A-569F-56F9-48CFE44F5963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DD470CE9-3705-0CAD-089A-D2994DBB7443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F3B42D5-1609-083A-1246-F5691D5E7BDC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64B9E24-AD48-21E0-B56A-4892F6C88B80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5ECB74F-4F54-3BB4-67FF-F6D0F89F7810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B9E6F42-B77B-8641-9C78-BA465941E157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1F10770-4F9C-C5DA-02A5-83E96A83CEE6}"/>
              </a:ext>
            </a:extLst>
          </p:cNvPr>
          <p:cNvGrpSpPr/>
          <p:nvPr/>
        </p:nvGrpSpPr>
        <p:grpSpPr>
          <a:xfrm>
            <a:off x="3680172" y="3737675"/>
            <a:ext cx="1268420" cy="1052499"/>
            <a:chOff x="3302552" y="490142"/>
            <a:chExt cx="1553180" cy="1404989"/>
          </a:xfrm>
        </p:grpSpPr>
        <p:sp>
          <p:nvSpPr>
            <p:cNvPr id="53" name="Plus Sign 52">
              <a:extLst>
                <a:ext uri="{FF2B5EF4-FFF2-40B4-BE49-F238E27FC236}">
                  <a16:creationId xmlns:a16="http://schemas.microsoft.com/office/drawing/2014/main" id="{D721505A-866B-557B-986B-5EBCE73C17A0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0C71B43-1625-6AAF-8099-B81FDBBCED53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EF8F19F8-869B-3888-FC98-FD913771F8A2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10140C0C-3B2E-07AE-EB92-49128A79F48E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C81813F6-1007-3AEF-EE3F-6209C38A221B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843F2A56-0BB2-AAA5-689A-672A7D614F4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90074CB-A25E-980B-B4DF-FB2D2108E041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10AF9D31-8A04-65AE-18F4-FACB4D129AE4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85FC7225-7405-C679-55BE-5C0CB826D611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E9CF08CC-7B99-C6EA-317F-D6FB9C94B27C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449E00-36BA-BD5B-FD00-0C7583C27234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D70EAD-066B-C343-DB36-84524C4A7864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688D441-B390-F772-2BCD-DFE0A9EB4587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67" name="Plus Sign 66">
            <a:extLst>
              <a:ext uri="{FF2B5EF4-FFF2-40B4-BE49-F238E27FC236}">
                <a16:creationId xmlns:a16="http://schemas.microsoft.com/office/drawing/2014/main" id="{E8CFA808-E97C-6FF0-90E5-9BD2BAAA7120}"/>
              </a:ext>
            </a:extLst>
          </p:cNvPr>
          <p:cNvSpPr/>
          <p:nvPr/>
        </p:nvSpPr>
        <p:spPr>
          <a:xfrm>
            <a:off x="4193469" y="5623691"/>
            <a:ext cx="205955" cy="176492"/>
          </a:xfrm>
          <a:prstGeom prst="mathPlus">
            <a:avLst/>
          </a:prstGeom>
          <a:solidFill>
            <a:srgbClr val="00B7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8E081D8-1AF2-43CF-0850-454605F615B1}"/>
              </a:ext>
            </a:extLst>
          </p:cNvPr>
          <p:cNvGrpSpPr/>
          <p:nvPr/>
        </p:nvGrpSpPr>
        <p:grpSpPr>
          <a:xfrm>
            <a:off x="3844174" y="5833654"/>
            <a:ext cx="930108" cy="630060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B97DE4B-C95D-596F-2059-60CC726DE3FF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C43C38F-8164-6ECE-C589-B3D9F2E3698B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91B000F-F520-F763-B9F9-56086B2B4449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B23C243-F93B-26FA-2319-2D70106D5EC6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C69CB5E-9C35-A861-138B-006CE003A94A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700E2FF-24DA-EC6F-83A3-DA3565BB35EC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59BF7951-78A0-FD31-353D-D961F96888D4}"/>
              </a:ext>
            </a:extLst>
          </p:cNvPr>
          <p:cNvSpPr/>
          <p:nvPr/>
        </p:nvSpPr>
        <p:spPr>
          <a:xfrm>
            <a:off x="365970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6FD1D6-DCF6-2C5D-17D9-E248C1CCFA18}"/>
              </a:ext>
            </a:extLst>
          </p:cNvPr>
          <p:cNvSpPr/>
          <p:nvPr/>
        </p:nvSpPr>
        <p:spPr>
          <a:xfrm>
            <a:off x="4296447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74B0DC9-8DDC-2C42-45E8-6FACE906EC62}"/>
              </a:ext>
            </a:extLst>
          </p:cNvPr>
          <p:cNvSpPr/>
          <p:nvPr/>
        </p:nvSpPr>
        <p:spPr>
          <a:xfrm>
            <a:off x="397807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96E10DD-C3B4-534D-CEB5-C003DE6D5F75}"/>
              </a:ext>
            </a:extLst>
          </p:cNvPr>
          <p:cNvSpPr/>
          <p:nvPr/>
        </p:nvSpPr>
        <p:spPr>
          <a:xfrm>
            <a:off x="4613233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DA395541-D31F-D949-6A11-BAB0B9C81492}"/>
              </a:ext>
            </a:extLst>
          </p:cNvPr>
          <p:cNvGrpSpPr/>
          <p:nvPr/>
        </p:nvGrpSpPr>
        <p:grpSpPr>
          <a:xfrm>
            <a:off x="5869408" y="509087"/>
            <a:ext cx="1414002" cy="801248"/>
            <a:chOff x="5872407" y="372959"/>
            <a:chExt cx="1414002" cy="801248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567A532B-8312-E1B2-677B-C4FDD50873BE}"/>
                </a:ext>
              </a:extLst>
            </p:cNvPr>
            <p:cNvGrpSpPr/>
            <p:nvPr/>
          </p:nvGrpSpPr>
          <p:grpSpPr>
            <a:xfrm>
              <a:off x="5872407" y="99552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C77012F-DCF6-03AF-43C2-959F6B68857C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D941F81B-2B1C-8120-45A0-CCC10D4AEAC4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3DC12784-2DA4-888F-97AA-4DD364B8E531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FB85B158-45D5-F1F8-2092-1FD347357369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0BC3A822-405F-2069-7AB9-76F2D877F490}"/>
                </a:ext>
              </a:extLst>
            </p:cNvPr>
            <p:cNvGrpSpPr/>
            <p:nvPr/>
          </p:nvGrpSpPr>
          <p:grpSpPr>
            <a:xfrm>
              <a:off x="6076811" y="372959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281C5A8A-0316-C61A-9B3B-822DF61B0134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4293A84E-13B0-9508-3260-8BFD7F84A18B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08E7A2D-E1C9-6122-06D6-0BB5AB0FA538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83E7E88-B291-AECA-E2F1-F5F2DA99CB36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1C0BE8-F513-91A0-952D-C512235972E5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E88FA0E4-6394-C2CE-66E3-7C483A3A0C66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DDB9BA6D-7B53-5390-58F4-843309D32CFE}"/>
              </a:ext>
            </a:extLst>
          </p:cNvPr>
          <p:cNvGrpSpPr/>
          <p:nvPr/>
        </p:nvGrpSpPr>
        <p:grpSpPr>
          <a:xfrm>
            <a:off x="5898146" y="2201821"/>
            <a:ext cx="1414002" cy="807689"/>
            <a:chOff x="5911767" y="2122133"/>
            <a:chExt cx="1414002" cy="807689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EDB0BDCC-EAD8-30C0-0CBF-C1B6077BDB82}"/>
                </a:ext>
              </a:extLst>
            </p:cNvPr>
            <p:cNvGrpSpPr/>
            <p:nvPr/>
          </p:nvGrpSpPr>
          <p:grpSpPr>
            <a:xfrm>
              <a:off x="5911767" y="2751136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BC5FA838-4CCD-8DD0-73E1-A514F005FEC7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8E01D18B-F0EF-A954-AC58-11F3A1398AD0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6848BD54-DC70-51B9-5E44-C2F7A8F496C5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5FFDB29-27DC-F75E-289E-403D01E4FE9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E5559932-7579-69C1-7496-C76B7C7193AD}"/>
                </a:ext>
              </a:extLst>
            </p:cNvPr>
            <p:cNvGrpSpPr/>
            <p:nvPr/>
          </p:nvGrpSpPr>
          <p:grpSpPr>
            <a:xfrm>
              <a:off x="6105278" y="2122133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AA96BBC-F909-BE11-5156-45B128CC9E19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AF7DE2D-AA7D-8DA4-12D6-157EB9E5007D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A2CC555D-E879-3617-4A53-FE40E77FA062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4AB929A-DC1F-07E5-595A-C63E6EA376FF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340BD834-3D2A-EADF-44A8-50911B43885E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BA6FFB37-FCB4-3568-0999-D2E6B96E0D3D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35353A13-FE76-BA44-EF41-F67A6674EDEB}"/>
              </a:ext>
            </a:extLst>
          </p:cNvPr>
          <p:cNvGrpSpPr/>
          <p:nvPr/>
        </p:nvGrpSpPr>
        <p:grpSpPr>
          <a:xfrm>
            <a:off x="5869408" y="3857534"/>
            <a:ext cx="1414002" cy="801369"/>
            <a:chOff x="5869408" y="3736260"/>
            <a:chExt cx="1414002" cy="801369"/>
          </a:xfrm>
          <a:pattFill prst="lgCheck">
            <a:fgClr>
              <a:srgbClr val="30E5D0"/>
            </a:fgClr>
            <a:bgClr>
              <a:schemeClr val="tx1"/>
            </a:bgClr>
          </a:pattFill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A2CC245C-6F38-6E17-16A6-C3278096C8C7}"/>
                </a:ext>
              </a:extLst>
            </p:cNvPr>
            <p:cNvGrpSpPr/>
            <p:nvPr/>
          </p:nvGrpSpPr>
          <p:grpSpPr>
            <a:xfrm>
              <a:off x="5869408" y="4358943"/>
              <a:ext cx="1414002" cy="178686"/>
              <a:chOff x="4501079" y="767907"/>
              <a:chExt cx="1553180" cy="253092"/>
            </a:xfrm>
            <a:grpFill/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4B33B09-EF70-6ACB-4880-8E2DB91CF8A8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FC2493D0-7276-143C-AA24-5F50B62973CD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2EE165A0-93B4-9587-EC87-FF87B3596FE3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374E0E7B-06E9-3062-44AF-AC4F4097538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35A3332-E24E-F86F-31FC-C00497285506}"/>
                </a:ext>
              </a:extLst>
            </p:cNvPr>
            <p:cNvSpPr/>
            <p:nvPr/>
          </p:nvSpPr>
          <p:spPr>
            <a:xfrm>
              <a:off x="6072227" y="4151382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E6D482-6E0D-1922-A54B-40FB8EB7733F}"/>
                </a:ext>
              </a:extLst>
            </p:cNvPr>
            <p:cNvSpPr/>
            <p:nvPr/>
          </p:nvSpPr>
          <p:spPr>
            <a:xfrm>
              <a:off x="6399265" y="3736260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4DFDB060-FFAF-65B3-6390-E0632C4AC9DF}"/>
                </a:ext>
              </a:extLst>
            </p:cNvPr>
            <p:cNvSpPr/>
            <p:nvPr/>
          </p:nvSpPr>
          <p:spPr>
            <a:xfrm>
              <a:off x="6214686" y="3943821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8220804-E480-74D5-2734-60C86F4D3F9D}"/>
                </a:ext>
              </a:extLst>
            </p:cNvPr>
            <p:cNvSpPr/>
            <p:nvPr/>
          </p:nvSpPr>
          <p:spPr>
            <a:xfrm>
              <a:off x="6576409" y="3943821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E11E6F82-B2D8-B17E-4C1A-AC6415BD0537}"/>
                </a:ext>
              </a:extLst>
            </p:cNvPr>
            <p:cNvSpPr/>
            <p:nvPr/>
          </p:nvSpPr>
          <p:spPr>
            <a:xfrm>
              <a:off x="6782049" y="4151382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6A4D28B-39A4-11C5-96B5-D12000C8103A}"/>
                </a:ext>
              </a:extLst>
            </p:cNvPr>
            <p:cNvSpPr/>
            <p:nvPr/>
          </p:nvSpPr>
          <p:spPr>
            <a:xfrm>
              <a:off x="6427138" y="4151382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2FC1FA4B-1238-1B58-F4F0-99DF5A034A79}"/>
              </a:ext>
            </a:extLst>
          </p:cNvPr>
          <p:cNvGrpSpPr/>
          <p:nvPr/>
        </p:nvGrpSpPr>
        <p:grpSpPr>
          <a:xfrm>
            <a:off x="5911767" y="5470923"/>
            <a:ext cx="1414002" cy="801369"/>
            <a:chOff x="5911767" y="5470923"/>
            <a:chExt cx="1414002" cy="801369"/>
          </a:xfrm>
        </p:grpSpPr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7FB0E2B9-162F-4CFD-440E-F4D2402157C7}"/>
                </a:ext>
              </a:extLst>
            </p:cNvPr>
            <p:cNvGrpSpPr/>
            <p:nvPr/>
          </p:nvGrpSpPr>
          <p:grpSpPr>
            <a:xfrm>
              <a:off x="5911767" y="6093606"/>
              <a:ext cx="1414002" cy="178686"/>
              <a:chOff x="4501079" y="767907"/>
              <a:chExt cx="1553180" cy="25309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7093AF46-6764-5AC0-D36F-042E23C80B31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7BC2250E-0105-71DD-16B8-9A87E8E493D1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9032800-CB39-6533-7905-4EED1E8159F2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B833E7C0-94FB-AD51-644E-4B04CACDFD1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E7CD8A14-7D89-7F9B-D8BD-86919B4E4174}"/>
                </a:ext>
              </a:extLst>
            </p:cNvPr>
            <p:cNvSpPr/>
            <p:nvPr/>
          </p:nvSpPr>
          <p:spPr>
            <a:xfrm>
              <a:off x="6072227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DCB5E2E2-3DAA-AEEB-7AB8-4ECAA4F1665B}"/>
                </a:ext>
              </a:extLst>
            </p:cNvPr>
            <p:cNvSpPr/>
            <p:nvPr/>
          </p:nvSpPr>
          <p:spPr>
            <a:xfrm>
              <a:off x="6399265" y="5470923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44D3BDC-0973-9161-0883-4976BA4F7BF3}"/>
                </a:ext>
              </a:extLst>
            </p:cNvPr>
            <p:cNvSpPr/>
            <p:nvPr/>
          </p:nvSpPr>
          <p:spPr>
            <a:xfrm>
              <a:off x="6214686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F57C452D-132F-F791-90B5-123EFCD2605A}"/>
                </a:ext>
              </a:extLst>
            </p:cNvPr>
            <p:cNvSpPr/>
            <p:nvPr/>
          </p:nvSpPr>
          <p:spPr>
            <a:xfrm>
              <a:off x="6576409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E5707D34-F957-9D0D-BBAE-140869024D91}"/>
                </a:ext>
              </a:extLst>
            </p:cNvPr>
            <p:cNvSpPr/>
            <p:nvPr/>
          </p:nvSpPr>
          <p:spPr>
            <a:xfrm>
              <a:off x="6782049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845DFAD-AD97-2073-6E1E-DFCCCD588A98}"/>
                </a:ext>
              </a:extLst>
            </p:cNvPr>
            <p:cNvSpPr/>
            <p:nvPr/>
          </p:nvSpPr>
          <p:spPr>
            <a:xfrm>
              <a:off x="6427138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77EFD45-E0C0-7FD8-D49B-28D16F636614}"/>
              </a:ext>
            </a:extLst>
          </p:cNvPr>
          <p:cNvGrpSpPr/>
          <p:nvPr/>
        </p:nvGrpSpPr>
        <p:grpSpPr>
          <a:xfrm>
            <a:off x="8157617" y="383449"/>
            <a:ext cx="1414002" cy="1050798"/>
            <a:chOff x="8157617" y="383449"/>
            <a:chExt cx="1414002" cy="1050798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F1C6DAB-1E7F-2476-C7F2-D89DA1725BF6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E5A5FBB-D371-216E-23B7-575238E29535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EAA4034-FACC-36F7-193C-2B2DF5FEBDE4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075ACE10-5829-5A60-D74F-23FCF278848C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6956029-8F86-96D5-C7B4-79C6A3973FD5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F15C39DE-274C-0DAF-1EB7-51F58D7D61D7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84680142-7585-6321-1D77-59696A7B7E71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DEF0CFE-1DB4-4B5D-4F34-E2B593AC8B9B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16D72F0A-67DD-5E34-C22A-021A0E04D4AA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943AEEAD-2D8A-D288-F944-EBA7C7C264E4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B746635F-7A29-5E36-F6C1-61A0227D58A2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DD2F1A6A-E9C9-37F6-859F-3244F098F733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9046F6CB-CF46-69EF-5DE1-7A32BBEAD638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0" name="Plus Sign 149">
              <a:extLst>
                <a:ext uri="{FF2B5EF4-FFF2-40B4-BE49-F238E27FC236}">
                  <a16:creationId xmlns:a16="http://schemas.microsoft.com/office/drawing/2014/main" id="{7F4AE24C-6E2B-3B24-6205-F4626EBA8F26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 dirty="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332F3CD-97D3-9A9F-D4C3-71B469EE4CBC}"/>
              </a:ext>
            </a:extLst>
          </p:cNvPr>
          <p:cNvGrpSpPr/>
          <p:nvPr/>
        </p:nvGrpSpPr>
        <p:grpSpPr>
          <a:xfrm>
            <a:off x="8175232" y="3745427"/>
            <a:ext cx="1414002" cy="1050798"/>
            <a:chOff x="8157617" y="383449"/>
            <a:chExt cx="1414002" cy="1050798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F4251C63-AA79-2B64-4FC4-59EE6A8C7986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A98A966-43DB-044A-0497-2DB2570750E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C4EF5F8A-E19D-3A0D-C8FB-4A546A8D069A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E8C834A0-A8C1-7C5E-D5E3-5074800E7B99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D8E739B2-9442-ED02-AB1F-CBA672F02602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B1154779-EDB6-0803-9D19-4214D2438A65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39638146-741B-255D-81B0-93FFE15FD5F4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AAF87CD-EDAC-7C3C-0AF7-402D69B65CB2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A08F4A-67A5-31BC-052D-68FF8AB8A450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BDA84A3B-C25F-D322-4476-3A603769AFB9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A26ACEF3-1EC5-AB24-0BDC-18B8769DDA0F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D6417DFB-9D38-4FE7-950F-147F28FAC812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8DC2BD76-4767-2D7B-F852-89F0E000F954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7" name="Plus Sign 156">
              <a:extLst>
                <a:ext uri="{FF2B5EF4-FFF2-40B4-BE49-F238E27FC236}">
                  <a16:creationId xmlns:a16="http://schemas.microsoft.com/office/drawing/2014/main" id="{CFA02660-D261-9419-80C1-33E2A0A2B6DE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46936925-3CFD-F82D-242D-7844AA514F27}"/>
              </a:ext>
            </a:extLst>
          </p:cNvPr>
          <p:cNvGrpSpPr/>
          <p:nvPr/>
        </p:nvGrpSpPr>
        <p:grpSpPr>
          <a:xfrm>
            <a:off x="8210202" y="2028846"/>
            <a:ext cx="1414002" cy="1050798"/>
            <a:chOff x="8157617" y="383449"/>
            <a:chExt cx="1414002" cy="1050798"/>
          </a:xfrm>
        </p:grpSpPr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A1827D57-3241-3A1F-7569-C6E0CEB28841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C84B1561-9DCE-A9B2-37D1-50303EA5FE33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1A117402-38F2-ECDF-DC17-6B958FC9B3E6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F6182D88-22B7-99E6-6FCF-783C42BAC12F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F2B3BD73-F494-8A2C-A620-3DFCD696C2E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7E803CA0-1664-DA76-7EB7-2B6756920849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C05A5AC2-AFCC-E499-CD86-E03738C37DAC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B2CF03-BF94-0BD3-51D8-B89E60D8C148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DB6D6C1-CD90-EFB5-B1F3-5A5A6FD86283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93734E53-7984-BF78-850E-67035097D466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1E00777-2D8D-4312-E34A-8B58B72ED16C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3EA0A679-B3E2-1D70-F4E7-5EECD8B1D185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D1A9D7C0-DF80-88D5-0AE2-9203139E0D81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72" name="Plus Sign 171">
              <a:extLst>
                <a:ext uri="{FF2B5EF4-FFF2-40B4-BE49-F238E27FC236}">
                  <a16:creationId xmlns:a16="http://schemas.microsoft.com/office/drawing/2014/main" id="{D25ACDA0-97E1-71A3-E8FF-EAC729974A1B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4481705B-1BA6-365C-AAE8-BEFBE69F56A4}"/>
              </a:ext>
            </a:extLst>
          </p:cNvPr>
          <p:cNvGrpSpPr/>
          <p:nvPr/>
        </p:nvGrpSpPr>
        <p:grpSpPr>
          <a:xfrm>
            <a:off x="8217901" y="5379330"/>
            <a:ext cx="1414002" cy="1050798"/>
            <a:chOff x="8157617" y="383449"/>
            <a:chExt cx="1414002" cy="1050798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DFCF7DA0-A852-651A-8E9E-D65A9169DE62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B58E789C-65D7-C2A3-4760-52482286939E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3A2DB76-B462-C985-819C-23DF3383E7FE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86EEBFD0-A1EB-504D-1D95-B7DE3AC3E0DD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33B0216-9672-80EC-9D3E-367CA11B9537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E45DC2C3-3AD4-812C-D76D-AE27203E5C9D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084989D4-8B26-6472-17C1-BD01F08E894C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4AD1E2FE-F138-84C6-3338-A136D75EEA3D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BB6FE2E3-7BDC-52B1-3BD5-1AAF3283B0D5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7BEF442-530A-E8B8-FEEB-0CB354146EF6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88970568-E43F-0B7D-4014-45E188FDDB5F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9C7013F4-F15F-32DC-0828-C925527B83E5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C1F9FD51-B3FA-F0E0-D8F6-973309694CBE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7" name="Plus Sign 186">
              <a:extLst>
                <a:ext uri="{FF2B5EF4-FFF2-40B4-BE49-F238E27FC236}">
                  <a16:creationId xmlns:a16="http://schemas.microsoft.com/office/drawing/2014/main" id="{42CDD738-7139-6D90-3BD8-2E2E6D65192E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8D6B0AFC-87CE-3821-BED9-60928D1799B9}"/>
              </a:ext>
            </a:extLst>
          </p:cNvPr>
          <p:cNvGrpSpPr/>
          <p:nvPr/>
        </p:nvGrpSpPr>
        <p:grpSpPr>
          <a:xfrm>
            <a:off x="5421245" y="143745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4347AE24-DB01-2AB8-4D34-1C507CDCCCAF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Arrow: Right 199">
              <a:extLst>
                <a:ext uri="{FF2B5EF4-FFF2-40B4-BE49-F238E27FC236}">
                  <a16:creationId xmlns:a16="http://schemas.microsoft.com/office/drawing/2014/main" id="{74D998B3-EE8F-7273-13D9-BE4BA80D6C92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3752B51D-B3B7-254B-33F0-2DD3E31E3256}"/>
              </a:ext>
            </a:extLst>
          </p:cNvPr>
          <p:cNvGrpSpPr/>
          <p:nvPr/>
        </p:nvGrpSpPr>
        <p:grpSpPr>
          <a:xfrm>
            <a:off x="7672428" y="105072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E54C5934-510B-0470-1C26-4AF1FDB0F05A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Arrow: Right 202">
              <a:extLst>
                <a:ext uri="{FF2B5EF4-FFF2-40B4-BE49-F238E27FC236}">
                  <a16:creationId xmlns:a16="http://schemas.microsoft.com/office/drawing/2014/main" id="{88735BFD-50A9-FBFB-2EB5-565768AAB03D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434C254F-58F6-1718-882A-88AC9C6CCD98}"/>
              </a:ext>
            </a:extLst>
          </p:cNvPr>
          <p:cNvGrpSpPr/>
          <p:nvPr/>
        </p:nvGrpSpPr>
        <p:grpSpPr>
          <a:xfrm>
            <a:off x="7672428" y="1768306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E1FF310-B192-64A2-3209-55A04B3526FD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Arrow: Right 205">
              <a:extLst>
                <a:ext uri="{FF2B5EF4-FFF2-40B4-BE49-F238E27FC236}">
                  <a16:creationId xmlns:a16="http://schemas.microsoft.com/office/drawing/2014/main" id="{015A70A1-2A6C-71E8-E66D-FBA10A600779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EBFB8A1-8F2A-FC47-D348-4ED6CF17ED8D}"/>
              </a:ext>
            </a:extLst>
          </p:cNvPr>
          <p:cNvGrpSpPr/>
          <p:nvPr/>
        </p:nvGrpSpPr>
        <p:grpSpPr>
          <a:xfrm>
            <a:off x="7672428" y="3468664"/>
            <a:ext cx="300699" cy="1504991"/>
            <a:chOff x="5112328" y="283523"/>
            <a:chExt cx="300699" cy="1794164"/>
          </a:xfrm>
        </p:grpSpPr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1D3E306E-56CC-18BA-59E8-C9298D665E5F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Arrow: Right 208">
              <a:extLst>
                <a:ext uri="{FF2B5EF4-FFF2-40B4-BE49-F238E27FC236}">
                  <a16:creationId xmlns:a16="http://schemas.microsoft.com/office/drawing/2014/main" id="{7FDCD48E-035D-A783-85C1-F994E62C53A3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B7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DFA2E90E-017E-C1B8-01C0-63B26BD4C06A}"/>
              </a:ext>
            </a:extLst>
          </p:cNvPr>
          <p:cNvGrpSpPr/>
          <p:nvPr/>
        </p:nvGrpSpPr>
        <p:grpSpPr>
          <a:xfrm>
            <a:off x="5421245" y="5155714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F78D2A20-B810-7358-9AAE-CE80CDDFF891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Arrow: Right 211">
              <a:extLst>
                <a:ext uri="{FF2B5EF4-FFF2-40B4-BE49-F238E27FC236}">
                  <a16:creationId xmlns:a16="http://schemas.microsoft.com/office/drawing/2014/main" id="{582A20B5-2774-FBED-20AE-439A52A7D902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5398A9F2-E7A6-C43D-8530-8CA2F8D2FEAD}"/>
              </a:ext>
            </a:extLst>
          </p:cNvPr>
          <p:cNvGrpSpPr/>
          <p:nvPr/>
        </p:nvGrpSpPr>
        <p:grpSpPr>
          <a:xfrm>
            <a:off x="5421245" y="3468664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06FE15B-8F3E-82D6-4AC2-018E0C2D5BD2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Arrow: Right 214">
              <a:extLst>
                <a:ext uri="{FF2B5EF4-FFF2-40B4-BE49-F238E27FC236}">
                  <a16:creationId xmlns:a16="http://schemas.microsoft.com/office/drawing/2014/main" id="{A5B187DB-BEB8-FBCF-B091-CC4BC7FA3359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5CDEBCD-13B7-1E86-E2F7-326B7C927C82}"/>
              </a:ext>
            </a:extLst>
          </p:cNvPr>
          <p:cNvGrpSpPr/>
          <p:nvPr/>
        </p:nvGrpSpPr>
        <p:grpSpPr>
          <a:xfrm>
            <a:off x="5421245" y="1782621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97E5210C-643A-F5AA-F0F4-7642F0E0DE7D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Arrow: Right 217">
              <a:extLst>
                <a:ext uri="{FF2B5EF4-FFF2-40B4-BE49-F238E27FC236}">
                  <a16:creationId xmlns:a16="http://schemas.microsoft.com/office/drawing/2014/main" id="{12534E74-E661-7BA6-A268-4A61328D27B1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C608797-EFC0-15DC-EDD3-10B2D58B6CA0}"/>
              </a:ext>
            </a:extLst>
          </p:cNvPr>
          <p:cNvGrpSpPr/>
          <p:nvPr/>
        </p:nvGrpSpPr>
        <p:grpSpPr>
          <a:xfrm>
            <a:off x="7672428" y="5118967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CCE18BBB-62CE-6500-E79F-C6D1BFF7D692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Arrow: Right 220">
              <a:extLst>
                <a:ext uri="{FF2B5EF4-FFF2-40B4-BE49-F238E27FC236}">
                  <a16:creationId xmlns:a16="http://schemas.microsoft.com/office/drawing/2014/main" id="{BC4014DF-446A-A922-FCC9-08B802A6BCDD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45D1C8E2-7381-F6E9-A08F-1E89A1C8E059}"/>
              </a:ext>
            </a:extLst>
          </p:cNvPr>
          <p:cNvSpPr txBox="1"/>
          <p:nvPr/>
        </p:nvSpPr>
        <p:spPr>
          <a:xfrm>
            <a:off x="2003063" y="434575"/>
            <a:ext cx="1445398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FIFO</a:t>
            </a:r>
            <a:br>
              <a:rPr lang="en-GB" dirty="0">
                <a:latin typeface="Aptos" panose="020B0004020202020204" pitchFamily="34" charset="0"/>
              </a:rPr>
            </a:br>
            <a:r>
              <a:rPr lang="en-GB" dirty="0">
                <a:latin typeface="Aptos" panose="020B0004020202020204" pitchFamily="34" charset="0"/>
              </a:rPr>
              <a:t>(First-In, First-Out)</a:t>
            </a:r>
            <a:endParaRPr lang="en-DK" dirty="0">
              <a:latin typeface="Aptos" panose="020B00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0CDAED2-DB4F-03AE-8980-B9B80DF42FBE}"/>
              </a:ext>
            </a:extLst>
          </p:cNvPr>
          <p:cNvSpPr txBox="1"/>
          <p:nvPr/>
        </p:nvSpPr>
        <p:spPr>
          <a:xfrm>
            <a:off x="2031998" y="2008249"/>
            <a:ext cx="1445398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LIFO</a:t>
            </a:r>
          </a:p>
          <a:p>
            <a:pPr algn="ctr"/>
            <a:r>
              <a:rPr lang="en-GB" dirty="0">
                <a:latin typeface="Aptos" panose="020B0004020202020204" pitchFamily="34" charset="0"/>
              </a:rPr>
              <a:t>(Last-In, First-Out)</a:t>
            </a:r>
            <a:endParaRPr lang="en-DK" dirty="0">
              <a:latin typeface="Aptos" panose="020B0004020202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77FF4A0-337F-C143-70BC-47BA358B2542}"/>
              </a:ext>
            </a:extLst>
          </p:cNvPr>
          <p:cNvSpPr txBox="1"/>
          <p:nvPr/>
        </p:nvSpPr>
        <p:spPr>
          <a:xfrm>
            <a:off x="2026917" y="3724952"/>
            <a:ext cx="1445398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Average</a:t>
            </a:r>
            <a:br>
              <a:rPr lang="en-GB" dirty="0">
                <a:latin typeface="Aptos" panose="020B0004020202020204" pitchFamily="34" charset="0"/>
              </a:rPr>
            </a:br>
            <a:r>
              <a:rPr lang="en-GB" dirty="0">
                <a:latin typeface="Aptos" panose="020B0004020202020204" pitchFamily="34" charset="0"/>
              </a:rPr>
              <a:t>(weighted average)</a:t>
            </a:r>
            <a:endParaRPr lang="en-DK" dirty="0">
              <a:latin typeface="Aptos" panose="020B00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6D723EC-2613-FBA0-6BF5-242DA41FE188}"/>
              </a:ext>
            </a:extLst>
          </p:cNvPr>
          <p:cNvSpPr txBox="1"/>
          <p:nvPr/>
        </p:nvSpPr>
        <p:spPr>
          <a:xfrm>
            <a:off x="2003063" y="5623691"/>
            <a:ext cx="144539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GB" dirty="0">
                <a:latin typeface="Aptos" panose="020B0004020202020204" pitchFamily="34" charset="0"/>
              </a:rPr>
              <a:t>Standard</a:t>
            </a:r>
            <a:endParaRPr lang="en-DK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3077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08FC3-69E9-7FC7-58DD-D272BC74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A62BCD-A081-A798-474C-5326F7576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01791"/>
              </p:ext>
            </p:extLst>
          </p:nvPr>
        </p:nvGraphicFramePr>
        <p:xfrm>
          <a:off x="1816100" y="51116"/>
          <a:ext cx="8343902" cy="3350906"/>
        </p:xfrm>
        <a:graphic>
          <a:graphicData uri="http://schemas.openxmlformats.org/drawingml/2006/table">
            <a:tbl>
              <a:tblPr bandRow="1">
                <a:tableStyleId>{F2DE63D5-997A-4646-A377-4702673A728D}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3605010844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342564244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1881114515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2737513740"/>
                    </a:ext>
                  </a:extLst>
                </a:gridCol>
              </a:tblGrid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090356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07728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A62FF2-25F4-2EE3-04D7-EDF064D6B791}"/>
              </a:ext>
            </a:extLst>
          </p:cNvPr>
          <p:cNvSpPr txBox="1"/>
          <p:nvPr/>
        </p:nvSpPr>
        <p:spPr>
          <a:xfrm>
            <a:off x="3472315" y="111396"/>
            <a:ext cx="1747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1FCF87-E771-07DF-6E46-91C0F7EAB994}"/>
              </a:ext>
            </a:extLst>
          </p:cNvPr>
          <p:cNvSpPr txBox="1"/>
          <p:nvPr/>
        </p:nvSpPr>
        <p:spPr>
          <a:xfrm>
            <a:off x="3490829" y="1728540"/>
            <a:ext cx="16487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84EB81-590A-2ADA-B9EA-C0C1C370D421}"/>
              </a:ext>
            </a:extLst>
          </p:cNvPr>
          <p:cNvSpPr txBox="1"/>
          <p:nvPr/>
        </p:nvSpPr>
        <p:spPr>
          <a:xfrm>
            <a:off x="3626362" y="1402255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0ED623-921D-59E3-3B68-F0102BFFC23A}"/>
              </a:ext>
            </a:extLst>
          </p:cNvPr>
          <p:cNvSpPr txBox="1"/>
          <p:nvPr/>
        </p:nvSpPr>
        <p:spPr>
          <a:xfrm>
            <a:off x="3604196" y="3062547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611B2B-F3F9-7BCA-0CBE-6E8EB6B94C3B}"/>
              </a:ext>
            </a:extLst>
          </p:cNvPr>
          <p:cNvSpPr txBox="1"/>
          <p:nvPr/>
        </p:nvSpPr>
        <p:spPr>
          <a:xfrm>
            <a:off x="5661772" y="89632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57D1FE-BD3A-536A-314B-AEBF06C15C66}"/>
              </a:ext>
            </a:extLst>
          </p:cNvPr>
          <p:cNvSpPr txBox="1"/>
          <p:nvPr/>
        </p:nvSpPr>
        <p:spPr>
          <a:xfrm>
            <a:off x="5628806" y="1746589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EE02D4-B0E3-5C7E-B471-F569377B541B}"/>
              </a:ext>
            </a:extLst>
          </p:cNvPr>
          <p:cNvSpPr txBox="1"/>
          <p:nvPr/>
        </p:nvSpPr>
        <p:spPr>
          <a:xfrm>
            <a:off x="7992881" y="96286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82CC87-9BB2-8A68-5B6A-D2F41D9F1A94}"/>
              </a:ext>
            </a:extLst>
          </p:cNvPr>
          <p:cNvSpPr txBox="1"/>
          <p:nvPr/>
        </p:nvSpPr>
        <p:spPr>
          <a:xfrm>
            <a:off x="7960207" y="1746589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BD0758-F147-0D38-2330-0161336B75B1}"/>
              </a:ext>
            </a:extLst>
          </p:cNvPr>
          <p:cNvSpPr txBox="1"/>
          <p:nvPr/>
        </p:nvSpPr>
        <p:spPr>
          <a:xfrm>
            <a:off x="7992881" y="1402255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22F397-CC86-70C8-DB63-12D49839A490}"/>
              </a:ext>
            </a:extLst>
          </p:cNvPr>
          <p:cNvSpPr txBox="1"/>
          <p:nvPr/>
        </p:nvSpPr>
        <p:spPr>
          <a:xfrm>
            <a:off x="7984435" y="3050439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53" name="Plus Sign 52">
            <a:extLst>
              <a:ext uri="{FF2B5EF4-FFF2-40B4-BE49-F238E27FC236}">
                <a16:creationId xmlns:a16="http://schemas.microsoft.com/office/drawing/2014/main" id="{738D9654-FC0B-5C56-BE5A-3029EFF7F8FC}"/>
              </a:ext>
            </a:extLst>
          </p:cNvPr>
          <p:cNvSpPr/>
          <p:nvPr/>
        </p:nvSpPr>
        <p:spPr>
          <a:xfrm>
            <a:off x="4202985" y="598844"/>
            <a:ext cx="205955" cy="176492"/>
          </a:xfrm>
          <a:prstGeom prst="mathPlus">
            <a:avLst/>
          </a:prstGeom>
          <a:solidFill>
            <a:srgbClr val="00B7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99DC117-DB44-9EFB-94B6-164C800B6337}"/>
              </a:ext>
            </a:extLst>
          </p:cNvPr>
          <p:cNvGrpSpPr/>
          <p:nvPr/>
        </p:nvGrpSpPr>
        <p:grpSpPr>
          <a:xfrm>
            <a:off x="3680172" y="365297"/>
            <a:ext cx="1268420" cy="189595"/>
            <a:chOff x="4501079" y="767907"/>
            <a:chExt cx="1553180" cy="25309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452F52D-8CC7-B7D8-E3C0-F40BB664A476}"/>
                </a:ext>
              </a:extLst>
            </p:cNvPr>
            <p:cNvSpPr/>
            <p:nvPr/>
          </p:nvSpPr>
          <p:spPr>
            <a:xfrm>
              <a:off x="4501079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E093B9A-5D15-0DEE-3030-5732643E1F06}"/>
                </a:ext>
              </a:extLst>
            </p:cNvPr>
            <p:cNvSpPr/>
            <p:nvPr/>
          </p:nvSpPr>
          <p:spPr>
            <a:xfrm>
              <a:off x="4899063" y="767907"/>
              <a:ext cx="359228" cy="253092"/>
            </a:xfrm>
            <a:prstGeom prst="rect">
              <a:avLst/>
            </a:prstGeom>
            <a:solidFill>
              <a:srgbClr val="EE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894EA7A-5F95-848D-1920-E6B8D50951BD}"/>
                </a:ext>
              </a:extLst>
            </p:cNvPr>
            <p:cNvSpPr/>
            <p:nvPr/>
          </p:nvSpPr>
          <p:spPr>
            <a:xfrm>
              <a:off x="5297047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BA176B1-CE23-AF6E-74DF-7FD8490B19E7}"/>
                </a:ext>
              </a:extLst>
            </p:cNvPr>
            <p:cNvSpPr/>
            <p:nvPr/>
          </p:nvSpPr>
          <p:spPr>
            <a:xfrm>
              <a:off x="5695031" y="767907"/>
              <a:ext cx="359228" cy="25309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D79CAE8-038D-1EF2-AA7C-2328E452CDA8}"/>
              </a:ext>
            </a:extLst>
          </p:cNvPr>
          <p:cNvGrpSpPr/>
          <p:nvPr/>
        </p:nvGrpSpPr>
        <p:grpSpPr>
          <a:xfrm>
            <a:off x="3867593" y="787736"/>
            <a:ext cx="930108" cy="630060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359D525-D55C-6CE8-0A36-04DB886E464B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9CDB67A-5991-091A-F0A6-C9E6422BD226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3C71596-19CA-FE5A-071B-C3C4CA9CAC17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pattFill prst="wdDnDiag">
              <a:fgClr>
                <a:srgbClr val="30E5D0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6F9B751-59FA-2A25-BC5D-1495366121BF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BD37189-1D87-8C39-9F8D-ABD9F5923ADF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12EAB3B-639B-34B8-996E-811874A84A23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7" name="Plus Sign 66">
            <a:extLst>
              <a:ext uri="{FF2B5EF4-FFF2-40B4-BE49-F238E27FC236}">
                <a16:creationId xmlns:a16="http://schemas.microsoft.com/office/drawing/2014/main" id="{D8CCFE5E-4B75-D95C-57AE-98DF26326650}"/>
              </a:ext>
            </a:extLst>
          </p:cNvPr>
          <p:cNvSpPr/>
          <p:nvPr/>
        </p:nvSpPr>
        <p:spPr>
          <a:xfrm>
            <a:off x="4193469" y="2251313"/>
            <a:ext cx="205955" cy="176492"/>
          </a:xfrm>
          <a:prstGeom prst="mathPlus">
            <a:avLst/>
          </a:prstGeom>
          <a:solidFill>
            <a:srgbClr val="00B7C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D5D0A18-47DD-945A-D371-91D93E57BF4B}"/>
              </a:ext>
            </a:extLst>
          </p:cNvPr>
          <p:cNvGrpSpPr/>
          <p:nvPr/>
        </p:nvGrpSpPr>
        <p:grpSpPr>
          <a:xfrm>
            <a:off x="3844174" y="2461276"/>
            <a:ext cx="930108" cy="630060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5FB48D4-2036-F865-59EF-9A277F4C08AF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0A3BFA2-B857-6432-0940-762F13ED8FE8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D01F608-CB17-178C-C697-A36E1C19EDAA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35A739C-EEC8-409B-19F1-CF92DF7C36C0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55DCD61B-F4E3-7C97-3D5D-41E1DD4B55FB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740877A-AF61-D3C0-73DA-232601E9E917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73DB36F1-11A5-9037-A10F-E2EEDBA4F81D}"/>
              </a:ext>
            </a:extLst>
          </p:cNvPr>
          <p:cNvSpPr/>
          <p:nvPr/>
        </p:nvSpPr>
        <p:spPr>
          <a:xfrm>
            <a:off x="3659706" y="1979410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6980C54-49D2-4BE1-CC91-25EDF2090AE2}"/>
              </a:ext>
            </a:extLst>
          </p:cNvPr>
          <p:cNvSpPr/>
          <p:nvPr/>
        </p:nvSpPr>
        <p:spPr>
          <a:xfrm>
            <a:off x="4296447" y="1979410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FCE20DF-F49C-0DD9-112D-1EA2FE4F0CAA}"/>
              </a:ext>
            </a:extLst>
          </p:cNvPr>
          <p:cNvSpPr/>
          <p:nvPr/>
        </p:nvSpPr>
        <p:spPr>
          <a:xfrm>
            <a:off x="3978076" y="1979410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74BA299-7284-5F92-FE16-C150DF624C34}"/>
              </a:ext>
            </a:extLst>
          </p:cNvPr>
          <p:cNvSpPr/>
          <p:nvPr/>
        </p:nvSpPr>
        <p:spPr>
          <a:xfrm>
            <a:off x="4613233" y="1979410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C7794419-3D98-1382-BBDF-D48C4A9BAF44}"/>
              </a:ext>
            </a:extLst>
          </p:cNvPr>
          <p:cNvGrpSpPr/>
          <p:nvPr/>
        </p:nvGrpSpPr>
        <p:grpSpPr>
          <a:xfrm>
            <a:off x="5869408" y="485156"/>
            <a:ext cx="1414002" cy="801369"/>
            <a:chOff x="5869408" y="3736260"/>
            <a:chExt cx="1414002" cy="801369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D97766FC-A37D-34B4-F19F-142455E8DBA0}"/>
                </a:ext>
              </a:extLst>
            </p:cNvPr>
            <p:cNvGrpSpPr/>
            <p:nvPr/>
          </p:nvGrpSpPr>
          <p:grpSpPr>
            <a:xfrm>
              <a:off x="5869408" y="4358943"/>
              <a:ext cx="1414002" cy="178686"/>
              <a:chOff x="4501079" y="767907"/>
              <a:chExt cx="1553180" cy="253092"/>
            </a:xfrm>
            <a:grpFill/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339071F-F0EE-410D-1E7C-57F85819B8EB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AE5A0C17-3C80-3693-A3D3-901883D779A8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143911F-120E-95C4-A8BF-A875C23E350C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DA0BBBF2-B432-1B2F-41C1-2149EDD56A7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025623C-9DF6-505E-72D6-E632A8900414}"/>
                </a:ext>
              </a:extLst>
            </p:cNvPr>
            <p:cNvSpPr/>
            <p:nvPr/>
          </p:nvSpPr>
          <p:spPr>
            <a:xfrm>
              <a:off x="6072227" y="4151382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CF70C3F-CF73-F925-7D78-4A29366522FD}"/>
                </a:ext>
              </a:extLst>
            </p:cNvPr>
            <p:cNvSpPr/>
            <p:nvPr/>
          </p:nvSpPr>
          <p:spPr>
            <a:xfrm>
              <a:off x="6399265" y="3736260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2B50BFA7-9B41-6703-C8F8-EA08FC2434A7}"/>
                </a:ext>
              </a:extLst>
            </p:cNvPr>
            <p:cNvSpPr/>
            <p:nvPr/>
          </p:nvSpPr>
          <p:spPr>
            <a:xfrm>
              <a:off x="6214686" y="3943821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6D6D959-2D4F-6AB4-D9BA-F7CA7997C273}"/>
                </a:ext>
              </a:extLst>
            </p:cNvPr>
            <p:cNvSpPr/>
            <p:nvPr/>
          </p:nvSpPr>
          <p:spPr>
            <a:xfrm>
              <a:off x="6576409" y="3943821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9E23FB58-A8C9-145F-8C5E-22C20462164D}"/>
                </a:ext>
              </a:extLst>
            </p:cNvPr>
            <p:cNvSpPr/>
            <p:nvPr/>
          </p:nvSpPr>
          <p:spPr>
            <a:xfrm>
              <a:off x="6782049" y="4151382"/>
              <a:ext cx="327038" cy="178686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0D5B027-69B8-6110-7741-C94D87928F31}"/>
                </a:ext>
              </a:extLst>
            </p:cNvPr>
            <p:cNvSpPr/>
            <p:nvPr/>
          </p:nvSpPr>
          <p:spPr>
            <a:xfrm>
              <a:off x="6427138" y="4151382"/>
              <a:ext cx="327038" cy="178686"/>
            </a:xfrm>
            <a:prstGeom prst="rect">
              <a:avLst/>
            </a:prstGeom>
            <a:solidFill>
              <a:srgbClr val="EE000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7D6B0C63-2B44-6A5A-B8BA-8A46223FEBDD}"/>
              </a:ext>
            </a:extLst>
          </p:cNvPr>
          <p:cNvGrpSpPr/>
          <p:nvPr/>
        </p:nvGrpSpPr>
        <p:grpSpPr>
          <a:xfrm>
            <a:off x="5911767" y="2098545"/>
            <a:ext cx="1414002" cy="801369"/>
            <a:chOff x="5911767" y="5470923"/>
            <a:chExt cx="1414002" cy="801369"/>
          </a:xfrm>
        </p:grpSpPr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8856A3D-1699-C50E-F8E3-D922F811000D}"/>
                </a:ext>
              </a:extLst>
            </p:cNvPr>
            <p:cNvGrpSpPr/>
            <p:nvPr/>
          </p:nvGrpSpPr>
          <p:grpSpPr>
            <a:xfrm>
              <a:off x="5911767" y="6093606"/>
              <a:ext cx="1414002" cy="178686"/>
              <a:chOff x="4501079" y="767907"/>
              <a:chExt cx="1553180" cy="25309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E3D9C4C-B78E-89F5-F64B-D51F1924A649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AB34B26-4853-CF35-D29E-C02FAAF88276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33F8817C-B1B1-95B8-61F5-536BFE80C701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D7F9FAD5-B1F0-AAD6-EB05-856BC6074556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02BED5C9-1DE4-539D-0DE0-53CB61955FB6}"/>
                </a:ext>
              </a:extLst>
            </p:cNvPr>
            <p:cNvSpPr/>
            <p:nvPr/>
          </p:nvSpPr>
          <p:spPr>
            <a:xfrm>
              <a:off x="6072227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0540E296-081E-A94E-C86A-A77D16CF40E9}"/>
                </a:ext>
              </a:extLst>
            </p:cNvPr>
            <p:cNvSpPr/>
            <p:nvPr/>
          </p:nvSpPr>
          <p:spPr>
            <a:xfrm>
              <a:off x="6399265" y="5470923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3C9F6A7E-F0B9-1125-507B-EFDB175E0461}"/>
                </a:ext>
              </a:extLst>
            </p:cNvPr>
            <p:cNvSpPr/>
            <p:nvPr/>
          </p:nvSpPr>
          <p:spPr>
            <a:xfrm>
              <a:off x="6214686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D6A6A34-6059-DBA1-DD6B-5935DABF7825}"/>
                </a:ext>
              </a:extLst>
            </p:cNvPr>
            <p:cNvSpPr/>
            <p:nvPr/>
          </p:nvSpPr>
          <p:spPr>
            <a:xfrm>
              <a:off x="6576409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4BAB7D33-AE17-1BA5-5F2B-AD6C2CFFC910}"/>
                </a:ext>
              </a:extLst>
            </p:cNvPr>
            <p:cNvSpPr/>
            <p:nvPr/>
          </p:nvSpPr>
          <p:spPr>
            <a:xfrm>
              <a:off x="6782049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3F19950-128B-5631-78D9-85AE63878D76}"/>
                </a:ext>
              </a:extLst>
            </p:cNvPr>
            <p:cNvSpPr/>
            <p:nvPr/>
          </p:nvSpPr>
          <p:spPr>
            <a:xfrm>
              <a:off x="6427138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5FDEA76-1B73-E26C-52DD-C5E59D57F4B5}"/>
              </a:ext>
            </a:extLst>
          </p:cNvPr>
          <p:cNvGrpSpPr/>
          <p:nvPr/>
        </p:nvGrpSpPr>
        <p:grpSpPr>
          <a:xfrm>
            <a:off x="8217901" y="2006952"/>
            <a:ext cx="1414002" cy="1050798"/>
            <a:chOff x="8157617" y="383449"/>
            <a:chExt cx="1414002" cy="1050798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EB011F65-FCE0-D082-7310-A0370B663F45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50A1F671-3CE0-49C6-10F4-B024E95E3926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1A4766A9-C7C3-9430-FB10-2E78FF4F3B80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F0C31392-D4EB-0FFC-21B3-E5481B7DDD62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AC3EF508-3C89-21C0-DB89-1C3D5FED3130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357137A6-0B9D-5855-B6E3-BE1FA791E99F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32BD3B08-767A-5C20-64B7-A4085AA93D03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19CA70B6-6C8A-2830-BE77-E4260D3E7A89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7625BB07-15DF-A82C-95F8-282C52BC97E0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531F6A6C-B14B-EBEC-994A-9F146D255D8A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16CF8933-4CF0-A392-9F34-0CF60DE0D8F6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08F1A1D8-D644-BA12-EB71-B068909ABE78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98AAB025-7F4F-C629-C3AE-A2B1AC588ECE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7" name="Plus Sign 186">
              <a:extLst>
                <a:ext uri="{FF2B5EF4-FFF2-40B4-BE49-F238E27FC236}">
                  <a16:creationId xmlns:a16="http://schemas.microsoft.com/office/drawing/2014/main" id="{BAE8A281-A0F2-4854-653C-AFB394A90DCC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4C7D328A-D2E8-E0E4-20B3-5C7EC889F42E}"/>
              </a:ext>
            </a:extLst>
          </p:cNvPr>
          <p:cNvGrpSpPr/>
          <p:nvPr/>
        </p:nvGrpSpPr>
        <p:grpSpPr>
          <a:xfrm>
            <a:off x="7672428" y="96286"/>
            <a:ext cx="300699" cy="1504991"/>
            <a:chOff x="5112328" y="283523"/>
            <a:chExt cx="300699" cy="1794164"/>
          </a:xfrm>
        </p:grpSpPr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0DC0A9C7-C9BF-9AF9-2194-A394392780C9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Arrow: Right 208">
              <a:extLst>
                <a:ext uri="{FF2B5EF4-FFF2-40B4-BE49-F238E27FC236}">
                  <a16:creationId xmlns:a16="http://schemas.microsoft.com/office/drawing/2014/main" id="{A9AEF86F-1D51-B6D6-EF5E-2CC11A68656F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rgbClr val="00B7C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62F41DC-A0A2-E428-3724-3B9DFB635DCA}"/>
              </a:ext>
            </a:extLst>
          </p:cNvPr>
          <p:cNvGrpSpPr/>
          <p:nvPr/>
        </p:nvGrpSpPr>
        <p:grpSpPr>
          <a:xfrm>
            <a:off x="5421245" y="1783336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3B1AB3AA-8875-923A-21BC-D90BB5681691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Arrow: Right 211">
              <a:extLst>
                <a:ext uri="{FF2B5EF4-FFF2-40B4-BE49-F238E27FC236}">
                  <a16:creationId xmlns:a16="http://schemas.microsoft.com/office/drawing/2014/main" id="{DBEBE65F-3592-42E6-5ADC-1815CE201748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1595C9D-5E17-98B7-BAE2-DEF76165B75F}"/>
              </a:ext>
            </a:extLst>
          </p:cNvPr>
          <p:cNvGrpSpPr/>
          <p:nvPr/>
        </p:nvGrpSpPr>
        <p:grpSpPr>
          <a:xfrm>
            <a:off x="5421245" y="96286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8F4F1363-5657-0EE3-DBBA-577A2D1D5FAE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Arrow: Right 214">
              <a:extLst>
                <a:ext uri="{FF2B5EF4-FFF2-40B4-BE49-F238E27FC236}">
                  <a16:creationId xmlns:a16="http://schemas.microsoft.com/office/drawing/2014/main" id="{C6E49761-2E82-1C8B-42B6-BE891C4DC3CC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1E76DE98-632D-07DB-3EE7-F286880C7919}"/>
              </a:ext>
            </a:extLst>
          </p:cNvPr>
          <p:cNvGrpSpPr/>
          <p:nvPr/>
        </p:nvGrpSpPr>
        <p:grpSpPr>
          <a:xfrm>
            <a:off x="7672428" y="1746589"/>
            <a:ext cx="300699" cy="1504991"/>
            <a:chOff x="5112328" y="283523"/>
            <a:chExt cx="300699" cy="1794164"/>
          </a:xfrm>
          <a:solidFill>
            <a:srgbClr val="00B7C3"/>
          </a:solidFill>
        </p:grpSpPr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6E55EC58-F2A8-6BF6-4509-6DF9286B16D7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grpFill/>
            <a:ln w="57150">
              <a:solidFill>
                <a:srgbClr val="00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Arrow: Right 220">
              <a:extLst>
                <a:ext uri="{FF2B5EF4-FFF2-40B4-BE49-F238E27FC236}">
                  <a16:creationId xmlns:a16="http://schemas.microsoft.com/office/drawing/2014/main" id="{8B456A9A-8BDF-1053-BA3B-282540453026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grpFill/>
            <a:ln>
              <a:solidFill>
                <a:srgbClr val="00B7C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317072C-7E00-CC3F-27B6-0699F42D4F0D}"/>
              </a:ext>
            </a:extLst>
          </p:cNvPr>
          <p:cNvGrpSpPr/>
          <p:nvPr/>
        </p:nvGrpSpPr>
        <p:grpSpPr>
          <a:xfrm>
            <a:off x="8177221" y="362813"/>
            <a:ext cx="1414002" cy="1050798"/>
            <a:chOff x="8157617" y="383449"/>
            <a:chExt cx="1414002" cy="1050798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CC4D94C9-DAA5-8A94-9021-209BB4452C2D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EFB0278A-01EE-C193-4AC0-AF115EAAC60B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E0A95116-DD6B-A50D-2C40-6B86D8F603EA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35B65690-6791-DF2C-2A12-635B4618BF64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48E2A22A-A13F-38B2-24E9-C15BC1E89941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468ADFE-FD6F-C0DA-E892-039E630CB39E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5A6D0180-B042-79B4-D9C4-4CC96CC53FB2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3BFA0EED-0769-F9D8-FFF6-2C64FD55E5A3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solidFill>
                <a:srgbClr val="EE0000"/>
              </a:solid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CBA247F8-ACB7-233A-CFAB-3D5C141CB810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08749A56-5090-2DA9-A22E-620EB6588028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631D7295-EE4A-F402-5837-AEEAC5F6EAA4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E81D8B5C-CEF7-0230-8B0D-B04A4CC88E16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02A1BE9-AECA-EE26-90EE-1ABDFA8553A3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77" name="Plus Sign 76">
              <a:extLst>
                <a:ext uri="{FF2B5EF4-FFF2-40B4-BE49-F238E27FC236}">
                  <a16:creationId xmlns:a16="http://schemas.microsoft.com/office/drawing/2014/main" id="{7D1F5988-18D4-C520-C102-29C4693F19B2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rgbClr val="00B7C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6" name="TextBox 225">
            <a:extLst>
              <a:ext uri="{FF2B5EF4-FFF2-40B4-BE49-F238E27FC236}">
                <a16:creationId xmlns:a16="http://schemas.microsoft.com/office/drawing/2014/main" id="{02A531B5-AEE3-1BFD-1E20-ED48025B10BC}"/>
              </a:ext>
            </a:extLst>
          </p:cNvPr>
          <p:cNvSpPr txBox="1"/>
          <p:nvPr/>
        </p:nvSpPr>
        <p:spPr>
          <a:xfrm>
            <a:off x="2167652" y="514420"/>
            <a:ext cx="119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Specific</a:t>
            </a:r>
            <a:endParaRPr lang="en-DK" dirty="0">
              <a:latin typeface="Aptos" panose="020B0004020202020204" pitchFamily="34" charset="0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0ACCC0ED-BA41-1A30-EB38-FAFC6A22C178}"/>
              </a:ext>
            </a:extLst>
          </p:cNvPr>
          <p:cNvSpPr txBox="1"/>
          <p:nvPr/>
        </p:nvSpPr>
        <p:spPr>
          <a:xfrm>
            <a:off x="2167652" y="2290207"/>
            <a:ext cx="13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tos" panose="020B0004020202020204" pitchFamily="34" charset="0"/>
              </a:rPr>
              <a:t>Standard</a:t>
            </a:r>
            <a:endParaRPr lang="en-DK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119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FE7F-121E-9898-BB60-CA35644B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120EC6-E340-56A4-E51A-C4A5EAD9257E}"/>
              </a:ext>
            </a:extLst>
          </p:cNvPr>
          <p:cNvGraphicFramePr>
            <a:graphicFrameLocks noGrp="1"/>
          </p:cNvGraphicFramePr>
          <p:nvPr/>
        </p:nvGraphicFramePr>
        <p:xfrm>
          <a:off x="1816100" y="51116"/>
          <a:ext cx="8343902" cy="6701812"/>
        </p:xfrm>
        <a:graphic>
          <a:graphicData uri="http://schemas.openxmlformats.org/drawingml/2006/table">
            <a:tbl>
              <a:tblPr bandRow="1">
                <a:tableStyleId>{69012ECD-51FC-41F1-AA8D-1B2483CD663E}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3605010844"/>
                    </a:ext>
                  </a:extLst>
                </a:gridCol>
                <a:gridCol w="2838450">
                  <a:extLst>
                    <a:ext uri="{9D8B030D-6E8A-4147-A177-3AD203B41FA5}">
                      <a16:colId xmlns:a16="http://schemas.microsoft.com/office/drawing/2014/main" val="2342564244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1881114515"/>
                    </a:ext>
                  </a:extLst>
                </a:gridCol>
                <a:gridCol w="2085976">
                  <a:extLst>
                    <a:ext uri="{9D8B030D-6E8A-4147-A177-3AD203B41FA5}">
                      <a16:colId xmlns:a16="http://schemas.microsoft.com/office/drawing/2014/main" val="2737513740"/>
                    </a:ext>
                  </a:extLst>
                </a:gridCol>
              </a:tblGrid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FIFO</a:t>
                      </a:r>
                      <a:br>
                        <a:rPr lang="en-GB" dirty="0"/>
                      </a:br>
                      <a:r>
                        <a:rPr lang="en-GB" dirty="0"/>
                        <a:t>(First-In, First-Out)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74059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LIFO</a:t>
                      </a:r>
                    </a:p>
                    <a:p>
                      <a:pPr algn="ctr"/>
                      <a:r>
                        <a:rPr lang="en-GB" dirty="0"/>
                        <a:t>(Last-In, First-Out)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534023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Average</a:t>
                      </a:r>
                      <a:br>
                        <a:rPr lang="en-GB" dirty="0"/>
                      </a:br>
                      <a:r>
                        <a:rPr lang="en-GB" dirty="0"/>
                        <a:t>(weighted average)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0903567"/>
                  </a:ext>
                </a:extLst>
              </a:tr>
              <a:tr h="1675453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Standard</a:t>
                      </a:r>
                      <a:endParaRPr lang="en-DK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DK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07728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7180972-B196-EF0B-6210-8BAF99751897}"/>
              </a:ext>
            </a:extLst>
          </p:cNvPr>
          <p:cNvSpPr txBox="1"/>
          <p:nvPr/>
        </p:nvSpPr>
        <p:spPr>
          <a:xfrm>
            <a:off x="3297538" y="83007"/>
            <a:ext cx="2068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0B14FC-1ED0-1449-6982-70415C3FE3B0}"/>
              </a:ext>
            </a:extLst>
          </p:cNvPr>
          <p:cNvSpPr txBox="1"/>
          <p:nvPr/>
        </p:nvSpPr>
        <p:spPr>
          <a:xfrm>
            <a:off x="3678523" y="1440910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B18500-A345-6723-789C-B765AEAEDBB9}"/>
              </a:ext>
            </a:extLst>
          </p:cNvPr>
          <p:cNvSpPr txBox="1"/>
          <p:nvPr/>
        </p:nvSpPr>
        <p:spPr>
          <a:xfrm>
            <a:off x="3478993" y="1772086"/>
            <a:ext cx="1653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D244F-F3C1-45A5-25CC-73A0178B71A2}"/>
              </a:ext>
            </a:extLst>
          </p:cNvPr>
          <p:cNvSpPr txBox="1"/>
          <p:nvPr/>
        </p:nvSpPr>
        <p:spPr>
          <a:xfrm>
            <a:off x="3472315" y="3483774"/>
            <a:ext cx="1747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0B247-467A-2386-F54A-0ACAE07D8A26}"/>
              </a:ext>
            </a:extLst>
          </p:cNvPr>
          <p:cNvSpPr txBox="1"/>
          <p:nvPr/>
        </p:nvSpPr>
        <p:spPr>
          <a:xfrm>
            <a:off x="3490829" y="5100918"/>
            <a:ext cx="16487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Beginning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9A2BE8-8908-4F55-FB05-1A25A372B70D}"/>
              </a:ext>
            </a:extLst>
          </p:cNvPr>
          <p:cNvSpPr txBox="1"/>
          <p:nvPr/>
        </p:nvSpPr>
        <p:spPr>
          <a:xfrm>
            <a:off x="3656845" y="3165816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0A65F-5B2C-49CB-9E7B-104DEC848420}"/>
              </a:ext>
            </a:extLst>
          </p:cNvPr>
          <p:cNvSpPr txBox="1"/>
          <p:nvPr/>
        </p:nvSpPr>
        <p:spPr>
          <a:xfrm>
            <a:off x="3626362" y="4774633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88C296-0D17-E332-2BBB-C3F74240F9E8}"/>
              </a:ext>
            </a:extLst>
          </p:cNvPr>
          <p:cNvSpPr txBox="1"/>
          <p:nvPr/>
        </p:nvSpPr>
        <p:spPr>
          <a:xfrm>
            <a:off x="3604196" y="6434925"/>
            <a:ext cx="1334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Net purchases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A3FEDF-86FF-2CED-AE84-A2B2658F6DAB}"/>
              </a:ext>
            </a:extLst>
          </p:cNvPr>
          <p:cNvSpPr txBox="1"/>
          <p:nvPr/>
        </p:nvSpPr>
        <p:spPr>
          <a:xfrm>
            <a:off x="5603176" y="889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CD9DA0-BBAC-811D-A71D-BE2BD98C7C00}"/>
              </a:ext>
            </a:extLst>
          </p:cNvPr>
          <p:cNvSpPr txBox="1"/>
          <p:nvPr/>
        </p:nvSpPr>
        <p:spPr>
          <a:xfrm>
            <a:off x="5628806" y="1768306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648616-16AE-7B81-6122-F622473E9359}"/>
              </a:ext>
            </a:extLst>
          </p:cNvPr>
          <p:cNvSpPr txBox="1"/>
          <p:nvPr/>
        </p:nvSpPr>
        <p:spPr>
          <a:xfrm>
            <a:off x="5661772" y="3462010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762728-B13C-BBDB-ECBF-0341878ED061}"/>
              </a:ext>
            </a:extLst>
          </p:cNvPr>
          <p:cNvSpPr txBox="1"/>
          <p:nvPr/>
        </p:nvSpPr>
        <p:spPr>
          <a:xfrm>
            <a:off x="5628806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Goods available for sale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38E83C-AA7E-632E-252B-D6DFBE1B79DC}"/>
              </a:ext>
            </a:extLst>
          </p:cNvPr>
          <p:cNvSpPr txBox="1"/>
          <p:nvPr/>
        </p:nvSpPr>
        <p:spPr>
          <a:xfrm>
            <a:off x="7881588" y="105072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35D810-BEEE-31F3-DA27-880B7E4E7677}"/>
              </a:ext>
            </a:extLst>
          </p:cNvPr>
          <p:cNvSpPr txBox="1"/>
          <p:nvPr/>
        </p:nvSpPr>
        <p:spPr>
          <a:xfrm>
            <a:off x="7984435" y="1743758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E20F95-7092-8F7C-ECBA-4F0C2536A57C}"/>
              </a:ext>
            </a:extLst>
          </p:cNvPr>
          <p:cNvSpPr txBox="1"/>
          <p:nvPr/>
        </p:nvSpPr>
        <p:spPr>
          <a:xfrm>
            <a:off x="7992881" y="3468664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9D92F2-C765-F06A-636E-D0AED976B28B}"/>
              </a:ext>
            </a:extLst>
          </p:cNvPr>
          <p:cNvSpPr txBox="1"/>
          <p:nvPr/>
        </p:nvSpPr>
        <p:spPr>
          <a:xfrm>
            <a:off x="7960207" y="511896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Ending inventory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1D7D5A-969F-30B6-D319-1D513F6B442C}"/>
              </a:ext>
            </a:extLst>
          </p:cNvPr>
          <p:cNvSpPr txBox="1"/>
          <p:nvPr/>
        </p:nvSpPr>
        <p:spPr>
          <a:xfrm>
            <a:off x="7909431" y="143907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3F43AC-B323-F32A-58E7-51054ED14230}"/>
              </a:ext>
            </a:extLst>
          </p:cNvPr>
          <p:cNvSpPr txBox="1"/>
          <p:nvPr/>
        </p:nvSpPr>
        <p:spPr>
          <a:xfrm>
            <a:off x="7992881" y="4774633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B7E8B4-4DF3-19D9-46AD-4A9B7B88A406}"/>
              </a:ext>
            </a:extLst>
          </p:cNvPr>
          <p:cNvSpPr txBox="1"/>
          <p:nvPr/>
        </p:nvSpPr>
        <p:spPr>
          <a:xfrm>
            <a:off x="7984435" y="3120911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3219DD-1DA2-9E77-CC58-F97A81D553B5}"/>
              </a:ext>
            </a:extLst>
          </p:cNvPr>
          <p:cNvSpPr txBox="1"/>
          <p:nvPr/>
        </p:nvSpPr>
        <p:spPr>
          <a:xfrm>
            <a:off x="7984435" y="6422817"/>
            <a:ext cx="1913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Aptos" panose="020B0004020202020204" pitchFamily="34" charset="0"/>
              </a:rPr>
              <a:t>Cost of goods sold</a:t>
            </a:r>
            <a:endParaRPr lang="en-DK" sz="1200" dirty="0">
              <a:latin typeface="Aptos" panose="020B00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14A7302-1CBC-C414-73E4-0FCEF05CD33F}"/>
              </a:ext>
            </a:extLst>
          </p:cNvPr>
          <p:cNvGrpSpPr/>
          <p:nvPr/>
        </p:nvGrpSpPr>
        <p:grpSpPr>
          <a:xfrm>
            <a:off x="3731432" y="344847"/>
            <a:ext cx="1268420" cy="1052499"/>
            <a:chOff x="3302552" y="490142"/>
            <a:chExt cx="1553180" cy="1404989"/>
          </a:xfrm>
        </p:grpSpPr>
        <p:sp>
          <p:nvSpPr>
            <p:cNvPr id="25" name="Plus Sign 24">
              <a:extLst>
                <a:ext uri="{FF2B5EF4-FFF2-40B4-BE49-F238E27FC236}">
                  <a16:creationId xmlns:a16="http://schemas.microsoft.com/office/drawing/2014/main" id="{12620FC8-E8E6-6D77-EA63-4BCE22D5454A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F634103-193E-EC6E-64A9-03656C825D36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3A2DF34-17E0-C3B0-C44B-79F761B72C8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A951D213-872E-1CAF-4E3B-F5DCC214BCF5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7E24785-71CB-DCBB-20CE-85DB9FD62195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CE0E3116-4181-DCF6-0C15-BCFD50C11BA3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A488C52-C1D8-39A2-16FE-A82A51B7913A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0A4B0EB-278E-ACEC-FC47-C7B863377C73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256DC0C-97DF-325F-EC9C-F9BE276DE9F6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5D79CC6-1AC4-46FC-D0A7-B2C4BCA566A1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C63261E-2496-66E9-BF78-E509BCCE8004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58B7D98-D80F-6921-F710-698799580A61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57B1F71-D0D9-73E8-346D-50E3B678C66C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0279C32-CBFC-B998-DC5E-C7C0A9B6F1C9}"/>
              </a:ext>
            </a:extLst>
          </p:cNvPr>
          <p:cNvGrpSpPr/>
          <p:nvPr/>
        </p:nvGrpSpPr>
        <p:grpSpPr>
          <a:xfrm>
            <a:off x="3705802" y="2029916"/>
            <a:ext cx="1268420" cy="1052499"/>
            <a:chOff x="3302552" y="490142"/>
            <a:chExt cx="1553180" cy="1404989"/>
          </a:xfrm>
        </p:grpSpPr>
        <p:sp>
          <p:nvSpPr>
            <p:cNvPr id="39" name="Plus Sign 38">
              <a:extLst>
                <a:ext uri="{FF2B5EF4-FFF2-40B4-BE49-F238E27FC236}">
                  <a16:creationId xmlns:a16="http://schemas.microsoft.com/office/drawing/2014/main" id="{E38AE43E-BC13-34C5-1C3C-5C8F9E3FDEB8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A6AD221-E571-BB9C-477F-232D60F02DCA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37E72E3-ECBC-385F-D29D-7642AE3F17C1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3A28D2F-E145-9531-3EEF-4A23A7E4B6D8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C0D36CEE-BF41-20EF-F584-F9B01E27529D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B8DFED4-537A-BE89-F8E7-00910A0AC8CD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DFEB2CE-5835-E1D8-E732-9B86A6663706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733C935-529C-C953-2025-47318E5EB560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2382BE3-45B6-2357-B91B-5305B1A72C8F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282BEE8-FF11-72F0-39D2-69EC255E2EF0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F846216-C637-D75F-DFB3-7FD0770734D7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5F0EB9C-82D3-DC73-5070-D2434C12D569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96DECA0-D947-1E59-5A0B-45C2B4E66CAD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59F2688-C7B5-EEBD-CCDC-E7F2E28C1F23}"/>
              </a:ext>
            </a:extLst>
          </p:cNvPr>
          <p:cNvGrpSpPr/>
          <p:nvPr/>
        </p:nvGrpSpPr>
        <p:grpSpPr>
          <a:xfrm>
            <a:off x="3680172" y="3737675"/>
            <a:ext cx="1268420" cy="1052499"/>
            <a:chOff x="3302552" y="490142"/>
            <a:chExt cx="1553180" cy="1404989"/>
          </a:xfrm>
        </p:grpSpPr>
        <p:sp>
          <p:nvSpPr>
            <p:cNvPr id="53" name="Plus Sign 52">
              <a:extLst>
                <a:ext uri="{FF2B5EF4-FFF2-40B4-BE49-F238E27FC236}">
                  <a16:creationId xmlns:a16="http://schemas.microsoft.com/office/drawing/2014/main" id="{904692CC-26AA-0F61-7E0B-6654B3B1C9AE}"/>
                </a:ext>
              </a:extLst>
            </p:cNvPr>
            <p:cNvSpPr/>
            <p:nvPr/>
          </p:nvSpPr>
          <p:spPr>
            <a:xfrm>
              <a:off x="3942737" y="801906"/>
              <a:ext cx="252192" cy="235600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E0999CD-D4CD-52D1-A32E-6E016EEB5917}"/>
                </a:ext>
              </a:extLst>
            </p:cNvPr>
            <p:cNvGrpSpPr/>
            <p:nvPr/>
          </p:nvGrpSpPr>
          <p:grpSpPr>
            <a:xfrm>
              <a:off x="3302552" y="490142"/>
              <a:ext cx="1553180" cy="253092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B15BD4B-EC59-3D0C-2C92-52482B253517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0610C1F-2AE6-0018-669B-40FED04611F8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1A4A87B-18C8-D970-FF75-F860C8D9903A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428C8CE-1061-CFE7-777A-CCF2BED32B3C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297650BF-0643-CAED-D1A1-5DA83223B3F5}"/>
                </a:ext>
              </a:extLst>
            </p:cNvPr>
            <p:cNvGrpSpPr/>
            <p:nvPr/>
          </p:nvGrpSpPr>
          <p:grpSpPr>
            <a:xfrm>
              <a:off x="3532049" y="1054059"/>
              <a:ext cx="1138917" cy="841072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6D88CE54-8DA1-6CB6-CF98-F7FAEF2DAD61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76C4C67B-4920-5711-A06D-0443D38FD797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E16D6F23-6B9C-8192-A245-BA7C8A667879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DD2E57D5-9486-F2FC-7D08-5A5AAF0069E2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3F27E14-0BF0-3984-39BD-458C3C2B7796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845788F-5AE9-683E-9787-6804B4469A2D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67" name="Plus Sign 66">
            <a:extLst>
              <a:ext uri="{FF2B5EF4-FFF2-40B4-BE49-F238E27FC236}">
                <a16:creationId xmlns:a16="http://schemas.microsoft.com/office/drawing/2014/main" id="{8165FD14-DBF1-E13C-81A9-FFF7C74F6389}"/>
              </a:ext>
            </a:extLst>
          </p:cNvPr>
          <p:cNvSpPr/>
          <p:nvPr/>
        </p:nvSpPr>
        <p:spPr>
          <a:xfrm>
            <a:off x="4193469" y="5623691"/>
            <a:ext cx="205955" cy="176492"/>
          </a:xfrm>
          <a:prstGeom prst="mathPlus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A1AFDDA-6C20-0304-BAE1-0AFE89871038}"/>
              </a:ext>
            </a:extLst>
          </p:cNvPr>
          <p:cNvGrpSpPr/>
          <p:nvPr/>
        </p:nvGrpSpPr>
        <p:grpSpPr>
          <a:xfrm>
            <a:off x="3844174" y="5833654"/>
            <a:ext cx="930108" cy="630060"/>
            <a:chOff x="5526542" y="1658230"/>
            <a:chExt cx="1138917" cy="841072"/>
          </a:xfrm>
          <a:pattFill prst="wdUpDiag">
            <a:fgClr>
              <a:schemeClr val="tx1"/>
            </a:fgClr>
            <a:bgClr>
              <a:schemeClr val="bg1"/>
            </a:bgClr>
          </a:pattFill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6743BDA-A865-4122-2F29-87309CD84A83}"/>
                </a:ext>
              </a:extLst>
            </p:cNvPr>
            <p:cNvSpPr/>
            <p:nvPr/>
          </p:nvSpPr>
          <p:spPr>
            <a:xfrm>
              <a:off x="5526542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67BA195-2EB8-21A7-0132-B063032DD6B7}"/>
                </a:ext>
              </a:extLst>
            </p:cNvPr>
            <p:cNvSpPr/>
            <p:nvPr/>
          </p:nvSpPr>
          <p:spPr>
            <a:xfrm>
              <a:off x="5885770" y="165823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C825ED4A-AA70-B7C2-BD50-64A24CD8040A}"/>
                </a:ext>
              </a:extLst>
            </p:cNvPr>
            <p:cNvSpPr/>
            <p:nvPr/>
          </p:nvSpPr>
          <p:spPr>
            <a:xfrm>
              <a:off x="5683023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7AC0C27-9423-93AB-D2DE-A12160BD09A9}"/>
                </a:ext>
              </a:extLst>
            </p:cNvPr>
            <p:cNvSpPr/>
            <p:nvPr/>
          </p:nvSpPr>
          <p:spPr>
            <a:xfrm>
              <a:off x="6080350" y="195222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242693-C6CD-0AFC-C6CB-976257FA087C}"/>
                </a:ext>
              </a:extLst>
            </p:cNvPr>
            <p:cNvSpPr/>
            <p:nvPr/>
          </p:nvSpPr>
          <p:spPr>
            <a:xfrm>
              <a:off x="6306231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26164B84-46C8-1654-6A7F-30FE908FC54B}"/>
                </a:ext>
              </a:extLst>
            </p:cNvPr>
            <p:cNvSpPr/>
            <p:nvPr/>
          </p:nvSpPr>
          <p:spPr>
            <a:xfrm>
              <a:off x="5916386" y="2246210"/>
              <a:ext cx="359228" cy="253092"/>
            </a:xfrm>
            <a:prstGeom prst="rect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576D63B3-027B-EBFD-C4C0-2E16655BC525}"/>
              </a:ext>
            </a:extLst>
          </p:cNvPr>
          <p:cNvSpPr/>
          <p:nvPr/>
        </p:nvSpPr>
        <p:spPr>
          <a:xfrm>
            <a:off x="365970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25AAD05-8174-C353-FC80-40D60AEC2B71}"/>
              </a:ext>
            </a:extLst>
          </p:cNvPr>
          <p:cNvSpPr/>
          <p:nvPr/>
        </p:nvSpPr>
        <p:spPr>
          <a:xfrm>
            <a:off x="4296447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2F8A9C7-268A-BCC3-8606-8E57B618F1D9}"/>
              </a:ext>
            </a:extLst>
          </p:cNvPr>
          <p:cNvSpPr/>
          <p:nvPr/>
        </p:nvSpPr>
        <p:spPr>
          <a:xfrm>
            <a:off x="3978076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D02685D-D55A-1CB3-2FFB-C7DA4EFCE793}"/>
              </a:ext>
            </a:extLst>
          </p:cNvPr>
          <p:cNvSpPr/>
          <p:nvPr/>
        </p:nvSpPr>
        <p:spPr>
          <a:xfrm>
            <a:off x="4613233" y="5351788"/>
            <a:ext cx="293367" cy="18959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sz="1200">
              <a:latin typeface="Aptos" panose="020B0004020202020204" pitchFamily="34" charset="0"/>
              <a:cs typeface="Segoe UI" panose="020B0502040204020203" pitchFamily="34" charset="0"/>
            </a:endParaRP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BFEDE679-67CF-BBC1-36B6-278D034FDEFA}"/>
              </a:ext>
            </a:extLst>
          </p:cNvPr>
          <p:cNvGrpSpPr/>
          <p:nvPr/>
        </p:nvGrpSpPr>
        <p:grpSpPr>
          <a:xfrm>
            <a:off x="5869408" y="509087"/>
            <a:ext cx="1414002" cy="801248"/>
            <a:chOff x="5872407" y="372959"/>
            <a:chExt cx="1414002" cy="801248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FDFA50F9-6C73-BCD3-240B-EC64C9FDA330}"/>
                </a:ext>
              </a:extLst>
            </p:cNvPr>
            <p:cNvGrpSpPr/>
            <p:nvPr/>
          </p:nvGrpSpPr>
          <p:grpSpPr>
            <a:xfrm>
              <a:off x="5872407" y="99552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37C5BB57-6BE9-0C6D-79E8-5E5B3E0F08B1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41C2AE9-FEA1-E194-4A72-41D414FDE755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1A916FE7-1071-29BB-D579-14CE98F79A1D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56E891B2-78F6-22CF-CBC2-CB8869034238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08A9E71B-66C2-9D6D-4BDF-30A3F19DE9A6}"/>
                </a:ext>
              </a:extLst>
            </p:cNvPr>
            <p:cNvGrpSpPr/>
            <p:nvPr/>
          </p:nvGrpSpPr>
          <p:grpSpPr>
            <a:xfrm>
              <a:off x="6076811" y="372959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2A9C5F53-0EC3-B164-A7CB-B9F7BE7AD6EB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C021AD01-079A-6949-C0EF-D4E3219E652A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7CF3841-1E00-52DC-F3DD-DFD7771D4B65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DE10BEF0-7643-B6FA-3C95-596CB92AD575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62086EB-1F2A-0D1C-DA6D-559E19A4FF33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FD2E7296-A90C-ED7A-B5BC-1A28A0BD02BA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CAD92C2B-7240-F6A0-4319-8B0FD3DB3298}"/>
              </a:ext>
            </a:extLst>
          </p:cNvPr>
          <p:cNvGrpSpPr/>
          <p:nvPr/>
        </p:nvGrpSpPr>
        <p:grpSpPr>
          <a:xfrm>
            <a:off x="5898146" y="2201821"/>
            <a:ext cx="1414002" cy="807689"/>
            <a:chOff x="5911767" y="2122133"/>
            <a:chExt cx="1414002" cy="807689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9BD064C-2D4B-9B86-82E7-9C736797D30A}"/>
                </a:ext>
              </a:extLst>
            </p:cNvPr>
            <p:cNvGrpSpPr/>
            <p:nvPr/>
          </p:nvGrpSpPr>
          <p:grpSpPr>
            <a:xfrm>
              <a:off x="5911767" y="2751136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97FEAA2-B7F4-FF6C-8DCB-7F1CEA8B925F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5D4FCD06-CAEE-FD54-086F-1631C252E1C0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AD9F7B0-BBDA-CA11-C505-7843D8157FCE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4883893B-6069-0C42-9125-3E59FD19334A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16FB408-11ED-CFC6-686B-13C611F321B2}"/>
                </a:ext>
              </a:extLst>
            </p:cNvPr>
            <p:cNvGrpSpPr/>
            <p:nvPr/>
          </p:nvGrpSpPr>
          <p:grpSpPr>
            <a:xfrm>
              <a:off x="6105278" y="2122133"/>
              <a:ext cx="1036860" cy="593808"/>
              <a:chOff x="5526542" y="1658230"/>
              <a:chExt cx="1138917" cy="84107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98DD84E5-FCA5-8C9D-32A0-47F8C151F59C}"/>
                  </a:ext>
                </a:extLst>
              </p:cNvPr>
              <p:cNvSpPr/>
              <p:nvPr/>
            </p:nvSpPr>
            <p:spPr>
              <a:xfrm>
                <a:off x="5526542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69935E3-16D5-CA24-524E-34820B24CEF4}"/>
                  </a:ext>
                </a:extLst>
              </p:cNvPr>
              <p:cNvSpPr/>
              <p:nvPr/>
            </p:nvSpPr>
            <p:spPr>
              <a:xfrm>
                <a:off x="5885770" y="165823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4E4502E7-3EA8-BE64-2190-081D093C9E01}"/>
                  </a:ext>
                </a:extLst>
              </p:cNvPr>
              <p:cNvSpPr/>
              <p:nvPr/>
            </p:nvSpPr>
            <p:spPr>
              <a:xfrm>
                <a:off x="5683023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7573309-95D9-FFA3-72DC-4A962415EC24}"/>
                  </a:ext>
                </a:extLst>
              </p:cNvPr>
              <p:cNvSpPr/>
              <p:nvPr/>
            </p:nvSpPr>
            <p:spPr>
              <a:xfrm>
                <a:off x="6080350" y="195222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AC1667DE-A948-3842-6116-65FAAC728AE1}"/>
                  </a:ext>
                </a:extLst>
              </p:cNvPr>
              <p:cNvSpPr/>
              <p:nvPr/>
            </p:nvSpPr>
            <p:spPr>
              <a:xfrm>
                <a:off x="6306231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A754CA45-6AAE-D4F5-B97E-8D19F5850DB5}"/>
                  </a:ext>
                </a:extLst>
              </p:cNvPr>
              <p:cNvSpPr/>
              <p:nvPr/>
            </p:nvSpPr>
            <p:spPr>
              <a:xfrm>
                <a:off x="5916386" y="2246210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385BBA59-2251-13B4-137F-6F7661702509}"/>
              </a:ext>
            </a:extLst>
          </p:cNvPr>
          <p:cNvGrpSpPr/>
          <p:nvPr/>
        </p:nvGrpSpPr>
        <p:grpSpPr>
          <a:xfrm>
            <a:off x="5869408" y="3857534"/>
            <a:ext cx="1414002" cy="801369"/>
            <a:chOff x="5869408" y="3736260"/>
            <a:chExt cx="1414002" cy="801369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82F552EE-BB37-D4B7-4EE0-D187DF40EA62}"/>
                </a:ext>
              </a:extLst>
            </p:cNvPr>
            <p:cNvGrpSpPr/>
            <p:nvPr/>
          </p:nvGrpSpPr>
          <p:grpSpPr>
            <a:xfrm>
              <a:off x="5869408" y="4358943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29EC97C2-A723-0CDB-3F17-F8E7E1EA36BD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DCC08973-20BE-279F-9BA2-F0500B82E721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0D24244F-FF88-4285-3243-2E8EFE2239A4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937DA401-1D13-65F5-C5FB-4E801BC48725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3BE81708-1A07-560B-7E2D-468F274E2CB1}"/>
                </a:ext>
              </a:extLst>
            </p:cNvPr>
            <p:cNvSpPr/>
            <p:nvPr/>
          </p:nvSpPr>
          <p:spPr>
            <a:xfrm>
              <a:off x="6072227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609ADC1-1D0A-7FB9-089C-381FFB9E3978}"/>
                </a:ext>
              </a:extLst>
            </p:cNvPr>
            <p:cNvSpPr/>
            <p:nvPr/>
          </p:nvSpPr>
          <p:spPr>
            <a:xfrm>
              <a:off x="6399265" y="3736260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2A6C15F-F7CC-2799-8B56-E73F721A2445}"/>
                </a:ext>
              </a:extLst>
            </p:cNvPr>
            <p:cNvSpPr/>
            <p:nvPr/>
          </p:nvSpPr>
          <p:spPr>
            <a:xfrm>
              <a:off x="6214686" y="3943821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641E44D-7E12-D2A4-6827-D7A3A1C44F54}"/>
                </a:ext>
              </a:extLst>
            </p:cNvPr>
            <p:cNvSpPr/>
            <p:nvPr/>
          </p:nvSpPr>
          <p:spPr>
            <a:xfrm>
              <a:off x="6576409" y="3943821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A7F22FFF-CD0E-2868-3E7F-D8550880E939}"/>
                </a:ext>
              </a:extLst>
            </p:cNvPr>
            <p:cNvSpPr/>
            <p:nvPr/>
          </p:nvSpPr>
          <p:spPr>
            <a:xfrm>
              <a:off x="6782049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2E4FBDF9-D781-60BD-A4E7-E20E60AEF749}"/>
                </a:ext>
              </a:extLst>
            </p:cNvPr>
            <p:cNvSpPr/>
            <p:nvPr/>
          </p:nvSpPr>
          <p:spPr>
            <a:xfrm>
              <a:off x="6427138" y="4151382"/>
              <a:ext cx="327038" cy="178686"/>
            </a:xfrm>
            <a:prstGeom prst="rect">
              <a:avLst/>
            </a:prstGeom>
            <a:pattFill prst="lgCheck">
              <a:fgClr>
                <a:schemeClr val="tx1"/>
              </a:fgClr>
              <a:bgClr>
                <a:srgbClr val="30E5D0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EF5EEAE8-1793-4276-8670-187E53786B8C}"/>
              </a:ext>
            </a:extLst>
          </p:cNvPr>
          <p:cNvGrpSpPr/>
          <p:nvPr/>
        </p:nvGrpSpPr>
        <p:grpSpPr>
          <a:xfrm>
            <a:off x="5911767" y="5470923"/>
            <a:ext cx="1414002" cy="801369"/>
            <a:chOff x="5911767" y="5470923"/>
            <a:chExt cx="1414002" cy="801369"/>
          </a:xfrm>
        </p:grpSpPr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D16936-2232-C3C7-21A8-EFCED3F2C82C}"/>
                </a:ext>
              </a:extLst>
            </p:cNvPr>
            <p:cNvGrpSpPr/>
            <p:nvPr/>
          </p:nvGrpSpPr>
          <p:grpSpPr>
            <a:xfrm>
              <a:off x="5911767" y="6093606"/>
              <a:ext cx="1414002" cy="178686"/>
              <a:chOff x="4501079" y="767907"/>
              <a:chExt cx="1553180" cy="253092"/>
            </a:xfrm>
            <a:pattFill prst="wdUpDiag">
              <a:fgClr>
                <a:schemeClr val="tx1"/>
              </a:fgClr>
              <a:bgClr>
                <a:schemeClr val="bg1"/>
              </a:bgClr>
            </a:pattFill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5641989-CC2E-EA95-44E2-FC4A0F45CE51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BA86BB5-1AD1-C1A8-0F16-8CC5C9536A18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7587D873-45D8-15FB-82C1-8A05CCBE332A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E1C3A372-FD37-EE86-2EC6-DE9DC9896F96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2010FC9-689F-1101-C2BB-28ED5CCF1462}"/>
                </a:ext>
              </a:extLst>
            </p:cNvPr>
            <p:cNvSpPr/>
            <p:nvPr/>
          </p:nvSpPr>
          <p:spPr>
            <a:xfrm>
              <a:off x="6072227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ED47ACE-453A-642E-10A5-9BC4D842227B}"/>
                </a:ext>
              </a:extLst>
            </p:cNvPr>
            <p:cNvSpPr/>
            <p:nvPr/>
          </p:nvSpPr>
          <p:spPr>
            <a:xfrm>
              <a:off x="6399265" y="5470923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C4A6C06-8DB7-12FA-3785-E87AD5CFE0E1}"/>
                </a:ext>
              </a:extLst>
            </p:cNvPr>
            <p:cNvSpPr/>
            <p:nvPr/>
          </p:nvSpPr>
          <p:spPr>
            <a:xfrm>
              <a:off x="6214686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C8A880A6-768D-8A0C-7FF8-D7B804484E23}"/>
                </a:ext>
              </a:extLst>
            </p:cNvPr>
            <p:cNvSpPr/>
            <p:nvPr/>
          </p:nvSpPr>
          <p:spPr>
            <a:xfrm>
              <a:off x="6576409" y="5678484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105A3563-B9B7-90A5-7E6F-54E92B73758D}"/>
                </a:ext>
              </a:extLst>
            </p:cNvPr>
            <p:cNvSpPr/>
            <p:nvPr/>
          </p:nvSpPr>
          <p:spPr>
            <a:xfrm>
              <a:off x="6782049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FB537627-E855-96B3-8D32-F3EF7D42455B}"/>
                </a:ext>
              </a:extLst>
            </p:cNvPr>
            <p:cNvSpPr/>
            <p:nvPr/>
          </p:nvSpPr>
          <p:spPr>
            <a:xfrm>
              <a:off x="6427138" y="5886045"/>
              <a:ext cx="327038" cy="178686"/>
            </a:xfrm>
            <a:prstGeom prst="rect">
              <a:avLst/>
            </a:prstGeom>
            <a:pattFill prst="wd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9D281571-EE95-8A25-7D7C-C979F905E75A}"/>
              </a:ext>
            </a:extLst>
          </p:cNvPr>
          <p:cNvGrpSpPr/>
          <p:nvPr/>
        </p:nvGrpSpPr>
        <p:grpSpPr>
          <a:xfrm>
            <a:off x="8157617" y="383449"/>
            <a:ext cx="1414002" cy="1050798"/>
            <a:chOff x="8157617" y="383449"/>
            <a:chExt cx="1414002" cy="1050798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5C05B70-94EC-FD1F-38F8-CAE266E4ED2D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A4A99B04-45C4-FBFC-2B58-98D2A7EFBC76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4682AC1-EB6B-AC3C-03C5-78A7AE9FF99D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48CCCC5-F004-8DFA-940F-594208903DF2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784A66F0-E0C3-E390-2D4A-53A0DF6893AF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D1BA37D5-F9FF-11B3-B9A6-0FA344D57FE5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A39AD24D-F99B-F88B-B7D9-7CB8BA1AD890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4075A53-DCA7-12C3-4380-05836DB9AFB7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F647BD1A-EEBD-1200-B8B9-E3DB4A6FE7FA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010B6CC-9DC9-7718-67FB-B1F3E0EE03AF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DE8416AF-7746-7675-DF0E-BC69237B91B2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89695AA9-329B-EFB8-BFD4-A8D71FDE4465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0B1CC5BD-9071-1D8E-19E8-F165AEF8DDCA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0" name="Plus Sign 149">
              <a:extLst>
                <a:ext uri="{FF2B5EF4-FFF2-40B4-BE49-F238E27FC236}">
                  <a16:creationId xmlns:a16="http://schemas.microsoft.com/office/drawing/2014/main" id="{0620978D-3FCA-F8CB-B2CA-A9DCC78791E1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A9FF296-3714-3DEE-5A6D-017B7B2481AD}"/>
              </a:ext>
            </a:extLst>
          </p:cNvPr>
          <p:cNvGrpSpPr/>
          <p:nvPr/>
        </p:nvGrpSpPr>
        <p:grpSpPr>
          <a:xfrm>
            <a:off x="8175232" y="3745427"/>
            <a:ext cx="1414002" cy="1050798"/>
            <a:chOff x="8157617" y="383449"/>
            <a:chExt cx="1414002" cy="1050798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211F8769-CB65-36ED-BB8C-599BB8408035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9D3F3B16-9087-1F67-6C3C-F3C07EF7F6DB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32E612FE-BFF7-B1B9-7276-BDBF093D4B90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76C51D30-F9F8-E374-AF33-E287A860BF51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0D252C87-FAD9-EF37-3A9F-8274C7C93A05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B064B89-01A4-D602-FF2F-FDCD895ACB32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B36E3175-2AB5-8B33-5BE5-1BF09D25451B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98E185A-2D6E-FFD3-9EA3-8DE4F4A01A9C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04D8272B-FD95-4A15-4C7A-A809BF878F1C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lgCheck">
                <a:fgClr>
                  <a:schemeClr val="tx1"/>
                </a:fgClr>
                <a:bgClr>
                  <a:srgbClr val="30E5D0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0445385E-7B8B-7FD4-8760-28FC537AC7EA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B5AEC888-12DB-FD76-48CE-25C5034791F8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2984130C-3783-8A44-8ADD-A010A43BFEFE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151513A5-3182-DE96-F6C3-72988515575C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lgCheck">
                <a:fgClr>
                  <a:srgbClr val="30E5D0"/>
                </a:fgClr>
                <a:bgClr>
                  <a:schemeClr val="tx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57" name="Plus Sign 156">
              <a:extLst>
                <a:ext uri="{FF2B5EF4-FFF2-40B4-BE49-F238E27FC236}">
                  <a16:creationId xmlns:a16="http://schemas.microsoft.com/office/drawing/2014/main" id="{211A272F-D6E9-EC07-493F-39FFA984E5E8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50A9A73-7E68-9BAB-6FB0-19F70D0C07FA}"/>
              </a:ext>
            </a:extLst>
          </p:cNvPr>
          <p:cNvGrpSpPr/>
          <p:nvPr/>
        </p:nvGrpSpPr>
        <p:grpSpPr>
          <a:xfrm>
            <a:off x="8210202" y="2028846"/>
            <a:ext cx="1414002" cy="1050798"/>
            <a:chOff x="8157617" y="383449"/>
            <a:chExt cx="1414002" cy="1050798"/>
          </a:xfrm>
        </p:grpSpPr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051CFCA-D30D-C3CB-58B8-47E3C5705F97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B528158A-A3D7-7ED8-D064-D41F1051F5C8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2B7B73F8-5B6B-2DCB-8E68-75E03165AA82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BF7FDB16-B0B1-5AAA-A3CF-9509A2B1F3DB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3E652C-01AE-3141-0D36-2D5AEC7378B0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68146825-C041-69B1-B73C-E41FB91E3A12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F1C695C6-45B5-D530-F31B-082369E1C569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67270132-C3AF-030C-1C99-D95CE9A34590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32E8A743-1216-FDEF-D5A2-C86FB5CAC6B1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DnDiag">
                <a:fgClr>
                  <a:srgbClr val="30E5D0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D4FFAA90-BC76-8122-3886-2A0839322C3B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C8D1B4CD-F4A1-D56C-E9AD-627B25095DCD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55341C8-F8B0-E280-9063-91A5D9FFBC8B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D7623B8A-E5C2-A36B-867B-C59D87F05E69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72" name="Plus Sign 171">
              <a:extLst>
                <a:ext uri="{FF2B5EF4-FFF2-40B4-BE49-F238E27FC236}">
                  <a16:creationId xmlns:a16="http://schemas.microsoft.com/office/drawing/2014/main" id="{915CA672-489F-1538-3CBD-07633AED5E15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18D0F28C-D382-8404-5A22-01E34E66C45B}"/>
              </a:ext>
            </a:extLst>
          </p:cNvPr>
          <p:cNvGrpSpPr/>
          <p:nvPr/>
        </p:nvGrpSpPr>
        <p:grpSpPr>
          <a:xfrm>
            <a:off x="8217901" y="5379330"/>
            <a:ext cx="1414002" cy="1050798"/>
            <a:chOff x="8157617" y="383449"/>
            <a:chExt cx="1414002" cy="1050798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C5A32644-1252-6CC0-6E7B-276C273A967A}"/>
                </a:ext>
              </a:extLst>
            </p:cNvPr>
            <p:cNvGrpSpPr/>
            <p:nvPr/>
          </p:nvGrpSpPr>
          <p:grpSpPr>
            <a:xfrm>
              <a:off x="8157617" y="1255561"/>
              <a:ext cx="1414002" cy="178686"/>
              <a:chOff x="4501079" y="767907"/>
              <a:chExt cx="1553180" cy="253092"/>
            </a:xfrm>
            <a:pattFill prst="wdDnDiag">
              <a:fgClr>
                <a:srgbClr val="30E5D0"/>
              </a:fgClr>
              <a:bgClr>
                <a:schemeClr val="bg1"/>
              </a:bgClr>
            </a:pattFill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DCCC8D6-8F7E-D42F-214D-40FD88937B69}"/>
                  </a:ext>
                </a:extLst>
              </p:cNvPr>
              <p:cNvSpPr/>
              <p:nvPr/>
            </p:nvSpPr>
            <p:spPr>
              <a:xfrm>
                <a:off x="4501079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EEEF14E5-12D5-7975-4FB1-EF9D25E80197}"/>
                  </a:ext>
                </a:extLst>
              </p:cNvPr>
              <p:cNvSpPr/>
              <p:nvPr/>
            </p:nvSpPr>
            <p:spPr>
              <a:xfrm>
                <a:off x="4899063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30F83D32-AE50-9BCF-E606-69D71B54CBF1}"/>
                  </a:ext>
                </a:extLst>
              </p:cNvPr>
              <p:cNvSpPr/>
              <p:nvPr/>
            </p:nvSpPr>
            <p:spPr>
              <a:xfrm>
                <a:off x="5297047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4670B27E-C40E-CDC8-7144-32F3B58CC27B}"/>
                  </a:ext>
                </a:extLst>
              </p:cNvPr>
              <p:cNvSpPr/>
              <p:nvPr/>
            </p:nvSpPr>
            <p:spPr>
              <a:xfrm>
                <a:off x="5695031" y="767907"/>
                <a:ext cx="359228" cy="253092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95F04E57-7090-0364-B7CE-D32F53FAD2BC}"/>
                </a:ext>
              </a:extLst>
            </p:cNvPr>
            <p:cNvGrpSpPr/>
            <p:nvPr/>
          </p:nvGrpSpPr>
          <p:grpSpPr>
            <a:xfrm>
              <a:off x="8488647" y="383449"/>
              <a:ext cx="688761" cy="386247"/>
              <a:chOff x="8488647" y="383449"/>
              <a:chExt cx="688761" cy="386247"/>
            </a:xfrm>
          </p:grpSpPr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39AA85AA-0B21-B51B-63B2-AA8CD4048A28}"/>
                  </a:ext>
                </a:extLst>
              </p:cNvPr>
              <p:cNvSpPr/>
              <p:nvPr/>
            </p:nvSpPr>
            <p:spPr>
              <a:xfrm>
                <a:off x="8673226" y="383449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29A67C48-8106-474C-A061-250C1C309DD2}"/>
                  </a:ext>
                </a:extLst>
              </p:cNvPr>
              <p:cNvSpPr/>
              <p:nvPr/>
            </p:nvSpPr>
            <p:spPr>
              <a:xfrm>
                <a:off x="8488647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9EDE2143-5B95-7636-F076-9A8D75FE6588}"/>
                  </a:ext>
                </a:extLst>
              </p:cNvPr>
              <p:cNvSpPr/>
              <p:nvPr/>
            </p:nvSpPr>
            <p:spPr>
              <a:xfrm>
                <a:off x="8850370" y="591010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A3DE5809-468F-C0CE-C48D-80723ED2B093}"/>
                </a:ext>
              </a:extLst>
            </p:cNvPr>
            <p:cNvGrpSpPr/>
            <p:nvPr/>
          </p:nvGrpSpPr>
          <p:grpSpPr>
            <a:xfrm>
              <a:off x="8328546" y="1007301"/>
              <a:ext cx="1036860" cy="178686"/>
              <a:chOff x="8346188" y="798571"/>
              <a:chExt cx="1036860" cy="17868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FAC05020-096A-0FC9-7C39-C105720BEAF0}"/>
                  </a:ext>
                </a:extLst>
              </p:cNvPr>
              <p:cNvSpPr/>
              <p:nvPr/>
            </p:nvSpPr>
            <p:spPr>
              <a:xfrm>
                <a:off x="8346188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63DA049-2874-3120-817C-DF9B9BA7CF79}"/>
                  </a:ext>
                </a:extLst>
              </p:cNvPr>
              <p:cNvSpPr/>
              <p:nvPr/>
            </p:nvSpPr>
            <p:spPr>
              <a:xfrm>
                <a:off x="9056010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136246FB-7F4B-2946-4E16-F78798A87C84}"/>
                  </a:ext>
                </a:extLst>
              </p:cNvPr>
              <p:cNvSpPr/>
              <p:nvPr/>
            </p:nvSpPr>
            <p:spPr>
              <a:xfrm>
                <a:off x="8701099" y="798571"/>
                <a:ext cx="327038" cy="178686"/>
              </a:xfrm>
              <a:prstGeom prst="rect">
                <a:avLst/>
              </a:prstGeom>
              <a:pattFill prst="wdUpDiag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DK" sz="1200">
                  <a:latin typeface="Aptos" panose="020B0004020202020204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87" name="Plus Sign 186">
              <a:extLst>
                <a:ext uri="{FF2B5EF4-FFF2-40B4-BE49-F238E27FC236}">
                  <a16:creationId xmlns:a16="http://schemas.microsoft.com/office/drawing/2014/main" id="{A24AC00B-7CCC-535A-C165-EAA1CE03E8A9}"/>
                </a:ext>
              </a:extLst>
            </p:cNvPr>
            <p:cNvSpPr/>
            <p:nvPr/>
          </p:nvSpPr>
          <p:spPr>
            <a:xfrm>
              <a:off x="8726671" y="807995"/>
              <a:ext cx="205955" cy="176492"/>
            </a:xfrm>
            <a:prstGeom prst="mathPlus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1EA0732B-EE5C-A08F-6750-233A81D274D9}"/>
              </a:ext>
            </a:extLst>
          </p:cNvPr>
          <p:cNvGrpSpPr/>
          <p:nvPr/>
        </p:nvGrpSpPr>
        <p:grpSpPr>
          <a:xfrm>
            <a:off x="5421245" y="143745"/>
            <a:ext cx="300699" cy="1504991"/>
            <a:chOff x="5112328" y="283523"/>
            <a:chExt cx="300699" cy="1794164"/>
          </a:xfrm>
        </p:grpSpPr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B127A1EB-464B-EB87-59E8-51A11D5AA447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Arrow: Right 199">
              <a:extLst>
                <a:ext uri="{FF2B5EF4-FFF2-40B4-BE49-F238E27FC236}">
                  <a16:creationId xmlns:a16="http://schemas.microsoft.com/office/drawing/2014/main" id="{581EC019-5D68-92F6-9BDD-838EA99FB7D3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1534904D-7BEA-B4D8-EFCC-FAA78BF10433}"/>
              </a:ext>
            </a:extLst>
          </p:cNvPr>
          <p:cNvGrpSpPr/>
          <p:nvPr/>
        </p:nvGrpSpPr>
        <p:grpSpPr>
          <a:xfrm>
            <a:off x="7672428" y="105072"/>
            <a:ext cx="300699" cy="1504991"/>
            <a:chOff x="5112328" y="283523"/>
            <a:chExt cx="300699" cy="1794164"/>
          </a:xfrm>
        </p:grpSpPr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209E10BB-CED3-7C5B-3643-8CBB5802A26C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Arrow: Right 202">
              <a:extLst>
                <a:ext uri="{FF2B5EF4-FFF2-40B4-BE49-F238E27FC236}">
                  <a16:creationId xmlns:a16="http://schemas.microsoft.com/office/drawing/2014/main" id="{02CD9601-39B4-4BE3-3C30-FBCC6BD072EA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E78A0945-9079-94E1-BC7C-2BD7C71C941B}"/>
              </a:ext>
            </a:extLst>
          </p:cNvPr>
          <p:cNvGrpSpPr/>
          <p:nvPr/>
        </p:nvGrpSpPr>
        <p:grpSpPr>
          <a:xfrm>
            <a:off x="7672428" y="1768306"/>
            <a:ext cx="300699" cy="1504991"/>
            <a:chOff x="5112328" y="283523"/>
            <a:chExt cx="300699" cy="1794164"/>
          </a:xfrm>
        </p:grpSpPr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9C74D9C4-8878-33CC-31B4-EDE3495C2BDE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Arrow: Right 205">
              <a:extLst>
                <a:ext uri="{FF2B5EF4-FFF2-40B4-BE49-F238E27FC236}">
                  <a16:creationId xmlns:a16="http://schemas.microsoft.com/office/drawing/2014/main" id="{5F61985D-D947-80F6-4717-61384BF4C156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D536F50E-BC7A-7706-02D7-22D436D3EA24}"/>
              </a:ext>
            </a:extLst>
          </p:cNvPr>
          <p:cNvGrpSpPr/>
          <p:nvPr/>
        </p:nvGrpSpPr>
        <p:grpSpPr>
          <a:xfrm>
            <a:off x="7672428" y="3468664"/>
            <a:ext cx="300699" cy="1504991"/>
            <a:chOff x="5112328" y="283523"/>
            <a:chExt cx="300699" cy="1794164"/>
          </a:xfrm>
        </p:grpSpPr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D10985A-B375-588E-5435-AF0FBCD4B698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Arrow: Right 208">
              <a:extLst>
                <a:ext uri="{FF2B5EF4-FFF2-40B4-BE49-F238E27FC236}">
                  <a16:creationId xmlns:a16="http://schemas.microsoft.com/office/drawing/2014/main" id="{2593D527-EEDE-0D7C-EF1F-A19E2CE7C80B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2D87A30E-44A9-FA37-5299-1D147B99AC87}"/>
              </a:ext>
            </a:extLst>
          </p:cNvPr>
          <p:cNvGrpSpPr/>
          <p:nvPr/>
        </p:nvGrpSpPr>
        <p:grpSpPr>
          <a:xfrm>
            <a:off x="5421245" y="5155714"/>
            <a:ext cx="300699" cy="1504991"/>
            <a:chOff x="5112328" y="283523"/>
            <a:chExt cx="300699" cy="1794164"/>
          </a:xfrm>
        </p:grpSpPr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606415FA-E079-B978-C172-F7EEA1C367B3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Arrow: Right 211">
              <a:extLst>
                <a:ext uri="{FF2B5EF4-FFF2-40B4-BE49-F238E27FC236}">
                  <a16:creationId xmlns:a16="http://schemas.microsoft.com/office/drawing/2014/main" id="{6E14EFF2-67A0-492B-148A-D46F9B41A3EC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C32DDB75-CCA1-92F2-E2F7-70A38BB7DCCE}"/>
              </a:ext>
            </a:extLst>
          </p:cNvPr>
          <p:cNvGrpSpPr/>
          <p:nvPr/>
        </p:nvGrpSpPr>
        <p:grpSpPr>
          <a:xfrm>
            <a:off x="5421245" y="3468664"/>
            <a:ext cx="300699" cy="1504991"/>
            <a:chOff x="5112328" y="283523"/>
            <a:chExt cx="300699" cy="1794164"/>
          </a:xfrm>
        </p:grpSpPr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93C65497-98BA-45D3-42B0-3ECAD7E71679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Arrow: Right 214">
              <a:extLst>
                <a:ext uri="{FF2B5EF4-FFF2-40B4-BE49-F238E27FC236}">
                  <a16:creationId xmlns:a16="http://schemas.microsoft.com/office/drawing/2014/main" id="{614C5A64-6899-7791-5E15-C336BF4F0428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38CEBF11-324E-542F-C4F7-D9E501981DEE}"/>
              </a:ext>
            </a:extLst>
          </p:cNvPr>
          <p:cNvGrpSpPr/>
          <p:nvPr/>
        </p:nvGrpSpPr>
        <p:grpSpPr>
          <a:xfrm>
            <a:off x="5421245" y="1782621"/>
            <a:ext cx="300699" cy="1504991"/>
            <a:chOff x="5112328" y="283523"/>
            <a:chExt cx="300699" cy="1794164"/>
          </a:xfrm>
        </p:grpSpPr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CFE049CD-287F-0DF4-2813-03BA9C040B7A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" name="Arrow: Right 217">
              <a:extLst>
                <a:ext uri="{FF2B5EF4-FFF2-40B4-BE49-F238E27FC236}">
                  <a16:creationId xmlns:a16="http://schemas.microsoft.com/office/drawing/2014/main" id="{EC39E941-51E6-91EC-6574-D4CEC1788CA7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Aptos" panose="020B000402020202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6A19E506-BCB8-DD3D-F370-F768EF0DD453}"/>
              </a:ext>
            </a:extLst>
          </p:cNvPr>
          <p:cNvGrpSpPr/>
          <p:nvPr/>
        </p:nvGrpSpPr>
        <p:grpSpPr>
          <a:xfrm>
            <a:off x="7672428" y="5118967"/>
            <a:ext cx="300699" cy="1504991"/>
            <a:chOff x="5112328" y="283523"/>
            <a:chExt cx="300699" cy="1794164"/>
          </a:xfrm>
        </p:grpSpPr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CD061EF1-BE88-A155-7235-BD322644D6BA}"/>
                </a:ext>
              </a:extLst>
            </p:cNvPr>
            <p:cNvCxnSpPr/>
            <p:nvPr/>
          </p:nvCxnSpPr>
          <p:spPr>
            <a:xfrm>
              <a:off x="5112328" y="283523"/>
              <a:ext cx="0" cy="1794164"/>
            </a:xfrm>
            <a:prstGeom prst="line">
              <a:avLst/>
            </a:prstGeom>
            <a:solidFill>
              <a:srgbClr val="00B472"/>
            </a:solidFill>
            <a:ln w="571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Arrow: Right 220">
              <a:extLst>
                <a:ext uri="{FF2B5EF4-FFF2-40B4-BE49-F238E27FC236}">
                  <a16:creationId xmlns:a16="http://schemas.microsoft.com/office/drawing/2014/main" id="{97C1174B-7EF9-19BE-68CB-25C1A5FC98FE}"/>
                </a:ext>
              </a:extLst>
            </p:cNvPr>
            <p:cNvSpPr/>
            <p:nvPr/>
          </p:nvSpPr>
          <p:spPr>
            <a:xfrm>
              <a:off x="5112329" y="955963"/>
              <a:ext cx="300698" cy="250743"/>
            </a:xfrm>
            <a:prstGeom prst="rightArrow">
              <a:avLst/>
            </a:prstGeom>
            <a:solidFill>
              <a:schemeClr val="accent1"/>
            </a:solidFill>
            <a:ln>
              <a:solidFill>
                <a:srgbClr val="00827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sz="12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7145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ynamics 365">
  <a:themeElements>
    <a:clrScheme name="Dynamics365">
      <a:dk1>
        <a:srgbClr val="3C3C41"/>
      </a:dk1>
      <a:lt1>
        <a:srgbClr val="FFFFFF"/>
      </a:lt1>
      <a:dk2>
        <a:srgbClr val="008272"/>
      </a:dk2>
      <a:lt2>
        <a:srgbClr val="FFFFFF"/>
      </a:lt2>
      <a:accent1>
        <a:srgbClr val="EBEBEB"/>
      </a:accent1>
      <a:accent2>
        <a:srgbClr val="75757A"/>
      </a:accent2>
      <a:accent3>
        <a:srgbClr val="3C3C41"/>
      </a:accent3>
      <a:accent4>
        <a:srgbClr val="008272"/>
      </a:accent4>
      <a:accent5>
        <a:srgbClr val="30E5D0"/>
      </a:accent5>
      <a:accent6>
        <a:srgbClr val="FEF000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ynamics_365_PowerPoint_template.potx" id="{5B1C8271-5C5B-4F46-BDAD-84018ABA82ED}" vid="{DE1CA0EB-4D22-4944-832E-57EDA19DEC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182</Words>
  <Application>Microsoft Office PowerPoint</Application>
  <PresentationFormat>Widescreen</PresentationFormat>
  <Paragraphs>62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Segoe UI</vt:lpstr>
      <vt:lpstr>Segoe UI Semibold</vt:lpstr>
      <vt:lpstr>Wingdings</vt:lpstr>
      <vt:lpstr>Office Theme</vt:lpstr>
      <vt:lpstr>Dynamics 365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Eva Dupont</dc:creator>
  <cp:lastModifiedBy>Eva Dupont (DK)</cp:lastModifiedBy>
  <cp:revision>6</cp:revision>
  <dcterms:created xsi:type="dcterms:W3CDTF">2021-11-29T11:12:18Z</dcterms:created>
  <dcterms:modified xsi:type="dcterms:W3CDTF">2025-11-28T08:53:58Z</dcterms:modified>
</cp:coreProperties>
</file>